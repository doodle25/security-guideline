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Group 13"/>
          <p:cNvGrpSpPr/>
          <p:nvPr/>
        </p:nvGrpSpPr>
        <p:grpSpPr>
          <a:xfrm>
            <a:off x="2120590" y="3633638"/>
            <a:ext cx="1609028" cy="2200000"/>
            <a:chOff x="943987" y="3308897"/>
            <a:chExt cx="1609028" cy="2200000"/>
          </a:xfrm>
        </p:grpSpPr>
        <p:sp>
          <p:nvSpPr>
            <p:cNvPr id="2" name="Rounded Rectangle 1"/>
            <p:cNvSpPr/>
            <p:nvPr/>
          </p:nvSpPr>
          <p:spPr>
            <a:xfrm>
              <a:off x="943987" y="4154902"/>
              <a:ext cx="556795" cy="1266584"/>
            </a:xfrm>
            <a:custGeom>
              <a:avLst/>
              <a:gdLst/>
              <a:ahLst/>
              <a:cxnLst/>
              <a:rect l="0" t="0" r="0" b="0"/>
              <a:pathLst>
                <a:path w="556795" h="1266584">
                  <a:moveTo>
                    <a:pt x="490144" y="59876"/>
                  </a:moveTo>
                  <a:lnTo>
                    <a:pt x="178187" y="4872"/>
                  </a:lnTo>
                  <a:cubicBezTo>
                    <a:pt x="148470" y="0"/>
                    <a:pt x="120332" y="19648"/>
                    <a:pt x="115150" y="49038"/>
                  </a:cubicBezTo>
                  <a:cubicBezTo>
                    <a:pt x="109966" y="78441"/>
                    <a:pt x="129703" y="106538"/>
                    <a:pt x="159314" y="112107"/>
                  </a:cubicBezTo>
                  <a:lnTo>
                    <a:pt x="2507" y="1001408"/>
                  </a:lnTo>
                  <a:cubicBezTo>
                    <a:pt x="0" y="1015628"/>
                    <a:pt x="3244" y="1030262"/>
                    <a:pt x="11526" y="1042090"/>
                  </a:cubicBezTo>
                  <a:lnTo>
                    <a:pt x="57466" y="1107701"/>
                  </a:lnTo>
                  <a:lnTo>
                    <a:pt x="216612" y="205144"/>
                  </a:lnTo>
                  <a:cubicBezTo>
                    <a:pt x="221834" y="175531"/>
                    <a:pt x="250072" y="155758"/>
                    <a:pt x="279684" y="160980"/>
                  </a:cubicBezTo>
                  <a:cubicBezTo>
                    <a:pt x="309296" y="166202"/>
                    <a:pt x="329069" y="194440"/>
                    <a:pt x="323848" y="224052"/>
                  </a:cubicBezTo>
                  <a:lnTo>
                    <a:pt x="145795" y="1233845"/>
                  </a:lnTo>
                  <a:lnTo>
                    <a:pt x="154427" y="1246173"/>
                  </a:lnTo>
                  <a:cubicBezTo>
                    <a:pt x="165925" y="1262593"/>
                    <a:pt x="188557" y="1266584"/>
                    <a:pt x="204978" y="1255086"/>
                  </a:cubicBezTo>
                  <a:lnTo>
                    <a:pt x="217278" y="1246472"/>
                  </a:lnTo>
                  <a:lnTo>
                    <a:pt x="400061" y="209857"/>
                  </a:lnTo>
                  <a:cubicBezTo>
                    <a:pt x="405283" y="180244"/>
                    <a:pt x="433521" y="160471"/>
                    <a:pt x="463134" y="165693"/>
                  </a:cubicBezTo>
                  <a:lnTo>
                    <a:pt x="481020" y="168848"/>
                  </a:lnTo>
                  <a:lnTo>
                    <a:pt x="481033" y="168839"/>
                  </a:lnTo>
                  <a:lnTo>
                    <a:pt x="526125" y="176789"/>
                  </a:lnTo>
                  <a:cubicBezTo>
                    <a:pt x="525624" y="173839"/>
                    <a:pt x="525364" y="170809"/>
                    <a:pt x="525364" y="167720"/>
                  </a:cubicBezTo>
                  <a:cubicBezTo>
                    <a:pt x="525364" y="146021"/>
                    <a:pt x="538209" y="127285"/>
                    <a:pt x="556795" y="118537"/>
                  </a:cubicBezTo>
                  <a:cubicBezTo>
                    <a:pt x="531028" y="110355"/>
                    <a:pt x="508800" y="92722"/>
                    <a:pt x="495055" y="68521"/>
                  </a:cubicBezTo>
                  <a:close/>
                  <a:moveTo>
                    <a:pt x="57466" y="1107701"/>
                  </a:moveTo>
                  <a:lnTo>
                    <a:pt x="57465" y="1107714"/>
                  </a:lnTo>
                  <a:moveTo>
                    <a:pt x="145795" y="1233845"/>
                  </a:moveTo>
                  <a:lnTo>
                    <a:pt x="145792" y="1233859"/>
                  </a:lnTo>
                  <a:moveTo>
                    <a:pt x="526127" y="176800"/>
                  </a:moveTo>
                  <a:lnTo>
                    <a:pt x="463134" y="165693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001459" y="4310682"/>
              <a:ext cx="271605" cy="1078100"/>
            </a:xfrm>
            <a:custGeom>
              <a:avLst/>
              <a:gdLst/>
              <a:ahLst/>
              <a:cxnLst/>
              <a:rect l="0" t="0" r="0" b="0"/>
              <a:pathLst>
                <a:path w="271605" h="1078100">
                  <a:moveTo>
                    <a:pt x="222219" y="5222"/>
                  </a:moveTo>
                  <a:cubicBezTo>
                    <a:pt x="192607" y="0"/>
                    <a:pt x="164369" y="19772"/>
                    <a:pt x="159147" y="49385"/>
                  </a:cubicBezTo>
                  <a:lnTo>
                    <a:pt x="2" y="951942"/>
                  </a:lnTo>
                  <a:lnTo>
                    <a:pt x="0" y="951956"/>
                  </a:lnTo>
                  <a:lnTo>
                    <a:pt x="88327" y="1078100"/>
                  </a:lnTo>
                  <a:lnTo>
                    <a:pt x="88330" y="1078086"/>
                  </a:lnTo>
                  <a:lnTo>
                    <a:pt x="266383" y="68294"/>
                  </a:lnTo>
                  <a:cubicBezTo>
                    <a:pt x="271605" y="38681"/>
                    <a:pt x="251832" y="10443"/>
                    <a:pt x="222219" y="5222"/>
                  </a:cubicBezTo>
                  <a:close/>
                  <a:moveTo>
                    <a:pt x="88330" y="1078086"/>
                  </a:moveTo>
                  <a:lnTo>
                    <a:pt x="2" y="951942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161277" y="4315396"/>
              <a:ext cx="317346" cy="1086000"/>
            </a:xfrm>
            <a:custGeom>
              <a:avLst/>
              <a:gdLst/>
              <a:ahLst/>
              <a:cxnLst/>
              <a:rect l="0" t="0" r="0" b="0"/>
              <a:pathLst>
                <a:path w="317346" h="1086000">
                  <a:moveTo>
                    <a:pt x="245855" y="5222"/>
                  </a:moveTo>
                  <a:cubicBezTo>
                    <a:pt x="216243" y="0"/>
                    <a:pt x="188004" y="19772"/>
                    <a:pt x="182783" y="49385"/>
                  </a:cubicBezTo>
                  <a:lnTo>
                    <a:pt x="0" y="1086000"/>
                  </a:lnTo>
                  <a:lnTo>
                    <a:pt x="162035" y="972542"/>
                  </a:lnTo>
                  <a:cubicBezTo>
                    <a:pt x="165977" y="969782"/>
                    <a:pt x="168662" y="965568"/>
                    <a:pt x="169497" y="960827"/>
                  </a:cubicBezTo>
                  <a:lnTo>
                    <a:pt x="179493" y="904143"/>
                  </a:lnTo>
                  <a:cubicBezTo>
                    <a:pt x="180328" y="899403"/>
                    <a:pt x="179248" y="894525"/>
                    <a:pt x="176486" y="890582"/>
                  </a:cubicBezTo>
                  <a:lnTo>
                    <a:pt x="121913" y="812644"/>
                  </a:lnTo>
                  <a:lnTo>
                    <a:pt x="178827" y="772792"/>
                  </a:lnTo>
                  <a:cubicBezTo>
                    <a:pt x="182770" y="770031"/>
                    <a:pt x="185455" y="765816"/>
                    <a:pt x="186291" y="761076"/>
                  </a:cubicBezTo>
                  <a:lnTo>
                    <a:pt x="193135" y="722265"/>
                  </a:lnTo>
                  <a:cubicBezTo>
                    <a:pt x="193970" y="717525"/>
                    <a:pt x="192889" y="712646"/>
                    <a:pt x="190128" y="708703"/>
                  </a:cubicBezTo>
                  <a:lnTo>
                    <a:pt x="150276" y="651789"/>
                  </a:lnTo>
                  <a:lnTo>
                    <a:pt x="198482" y="618035"/>
                  </a:lnTo>
                  <a:cubicBezTo>
                    <a:pt x="206693" y="612286"/>
                    <a:pt x="208688" y="600970"/>
                    <a:pt x="202939" y="592759"/>
                  </a:cubicBezTo>
                  <a:lnTo>
                    <a:pt x="169184" y="544553"/>
                  </a:lnTo>
                  <a:lnTo>
                    <a:pt x="248927" y="488717"/>
                  </a:lnTo>
                  <a:cubicBezTo>
                    <a:pt x="257138" y="482968"/>
                    <a:pt x="259133" y="471652"/>
                    <a:pt x="253384" y="463442"/>
                  </a:cubicBezTo>
                  <a:lnTo>
                    <a:pt x="197548" y="383699"/>
                  </a:lnTo>
                  <a:lnTo>
                    <a:pt x="245753" y="349945"/>
                  </a:lnTo>
                  <a:cubicBezTo>
                    <a:pt x="253965" y="344196"/>
                    <a:pt x="255960" y="332879"/>
                    <a:pt x="250211" y="324669"/>
                  </a:cubicBezTo>
                  <a:lnTo>
                    <a:pt x="216456" y="276463"/>
                  </a:lnTo>
                  <a:lnTo>
                    <a:pt x="273371" y="236611"/>
                  </a:lnTo>
                  <a:cubicBezTo>
                    <a:pt x="277313" y="233850"/>
                    <a:pt x="279998" y="229637"/>
                    <a:pt x="280834" y="224896"/>
                  </a:cubicBezTo>
                  <a:lnTo>
                    <a:pt x="287678" y="186084"/>
                  </a:lnTo>
                  <a:cubicBezTo>
                    <a:pt x="288514" y="181345"/>
                    <a:pt x="287432" y="176466"/>
                    <a:pt x="284671" y="172524"/>
                  </a:cubicBezTo>
                  <a:lnTo>
                    <a:pt x="244820" y="115608"/>
                  </a:lnTo>
                  <a:lnTo>
                    <a:pt x="301734" y="75757"/>
                  </a:lnTo>
                  <a:cubicBezTo>
                    <a:pt x="305677" y="72996"/>
                    <a:pt x="308361" y="68782"/>
                    <a:pt x="309196" y="64042"/>
                  </a:cubicBezTo>
                  <a:lnTo>
                    <a:pt x="317346" y="17827"/>
                  </a:lnTo>
                  <a:lnTo>
                    <a:pt x="245855" y="5222"/>
                  </a:lnTo>
                  <a:close/>
                  <a:moveTo>
                    <a:pt x="263755" y="8367"/>
                  </a:moveTo>
                  <a:lnTo>
                    <a:pt x="263741" y="8376"/>
                  </a:lnTo>
                  <a:lnTo>
                    <a:pt x="245855" y="5222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61628" y="3400168"/>
              <a:ext cx="476726" cy="704655"/>
            </a:xfrm>
            <a:custGeom>
              <a:avLst/>
              <a:gdLst/>
              <a:ahLst/>
              <a:cxnLst/>
              <a:rect l="0" t="0" r="0" b="0"/>
              <a:pathLst>
                <a:path w="476726" h="704655">
                  <a:moveTo>
                    <a:pt x="273836" y="357229"/>
                  </a:moveTo>
                  <a:cubicBezTo>
                    <a:pt x="254896" y="390578"/>
                    <a:pt x="254893" y="431429"/>
                    <a:pt x="273833" y="464778"/>
                  </a:cubicBezTo>
                  <a:lnTo>
                    <a:pt x="410074" y="704655"/>
                  </a:lnTo>
                  <a:lnTo>
                    <a:pt x="252983" y="676955"/>
                  </a:lnTo>
                  <a:cubicBezTo>
                    <a:pt x="224542" y="671940"/>
                    <a:pt x="199286" y="655837"/>
                    <a:pt x="182721" y="632181"/>
                  </a:cubicBezTo>
                  <a:lnTo>
                    <a:pt x="22996" y="404069"/>
                  </a:lnTo>
                  <a:cubicBezTo>
                    <a:pt x="0" y="371228"/>
                    <a:pt x="7981" y="325962"/>
                    <a:pt x="40823" y="302966"/>
                  </a:cubicBezTo>
                  <a:lnTo>
                    <a:pt x="462275" y="7862"/>
                  </a:lnTo>
                  <a:cubicBezTo>
                    <a:pt x="466880" y="4638"/>
                    <a:pt x="471729" y="2023"/>
                    <a:pt x="476726" y="0"/>
                  </a:cubicBezTo>
                  <a:lnTo>
                    <a:pt x="273836" y="357229"/>
                  </a:lnTo>
                  <a:close/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77897" y="4376992"/>
              <a:ext cx="148515" cy="1107052"/>
            </a:xfrm>
            <a:custGeom>
              <a:avLst/>
              <a:gdLst/>
              <a:ahLst/>
              <a:cxnLst/>
              <a:rect l="0" t="0" r="0" b="0"/>
              <a:pathLst>
                <a:path w="148515" h="1107052">
                  <a:moveTo>
                    <a:pt x="126859" y="0"/>
                  </a:moveTo>
                  <a:cubicBezTo>
                    <a:pt x="126918" y="53"/>
                    <a:pt x="126978" y="106"/>
                    <a:pt x="127038" y="158"/>
                  </a:cubicBezTo>
                  <a:lnTo>
                    <a:pt x="127038" y="155818"/>
                  </a:lnTo>
                  <a:cubicBezTo>
                    <a:pt x="127038" y="160631"/>
                    <a:pt x="125126" y="165247"/>
                    <a:pt x="121723" y="168651"/>
                  </a:cubicBezTo>
                  <a:lnTo>
                    <a:pt x="72593" y="217780"/>
                  </a:lnTo>
                  <a:lnTo>
                    <a:pt x="114206" y="259393"/>
                  </a:lnTo>
                  <a:cubicBezTo>
                    <a:pt x="121292" y="266480"/>
                    <a:pt x="121292" y="277971"/>
                    <a:pt x="114206" y="285058"/>
                  </a:cubicBezTo>
                  <a:lnTo>
                    <a:pt x="72593" y="326671"/>
                  </a:lnTo>
                  <a:lnTo>
                    <a:pt x="121723" y="375800"/>
                  </a:lnTo>
                  <a:cubicBezTo>
                    <a:pt x="125126" y="379204"/>
                    <a:pt x="127038" y="383820"/>
                    <a:pt x="127038" y="388633"/>
                  </a:cubicBezTo>
                  <a:lnTo>
                    <a:pt x="127038" y="428044"/>
                  </a:lnTo>
                  <a:cubicBezTo>
                    <a:pt x="127038" y="432857"/>
                    <a:pt x="125126" y="437473"/>
                    <a:pt x="121723" y="440877"/>
                  </a:cubicBezTo>
                  <a:lnTo>
                    <a:pt x="72593" y="490006"/>
                  </a:lnTo>
                  <a:lnTo>
                    <a:pt x="121723" y="539136"/>
                  </a:lnTo>
                  <a:cubicBezTo>
                    <a:pt x="125126" y="542539"/>
                    <a:pt x="127038" y="547156"/>
                    <a:pt x="127038" y="551968"/>
                  </a:cubicBezTo>
                  <a:lnTo>
                    <a:pt x="127038" y="591380"/>
                  </a:lnTo>
                  <a:cubicBezTo>
                    <a:pt x="127038" y="596192"/>
                    <a:pt x="125126" y="600809"/>
                    <a:pt x="121723" y="604212"/>
                  </a:cubicBezTo>
                  <a:lnTo>
                    <a:pt x="72593" y="653342"/>
                  </a:lnTo>
                  <a:lnTo>
                    <a:pt x="139871" y="720620"/>
                  </a:lnTo>
                  <a:cubicBezTo>
                    <a:pt x="143275" y="724023"/>
                    <a:pt x="145187" y="728639"/>
                    <a:pt x="145187" y="733452"/>
                  </a:cubicBezTo>
                  <a:lnTo>
                    <a:pt x="145187" y="791012"/>
                  </a:lnTo>
                  <a:cubicBezTo>
                    <a:pt x="145187" y="795825"/>
                    <a:pt x="143275" y="800441"/>
                    <a:pt x="139871" y="803845"/>
                  </a:cubicBezTo>
                  <a:lnTo>
                    <a:pt x="72593" y="871123"/>
                  </a:lnTo>
                  <a:lnTo>
                    <a:pt x="141428" y="939958"/>
                  </a:lnTo>
                  <a:cubicBezTo>
                    <a:pt x="148515" y="947045"/>
                    <a:pt x="148515" y="958536"/>
                    <a:pt x="141428" y="965623"/>
                  </a:cubicBezTo>
                  <a:lnTo>
                    <a:pt x="0" y="1107052"/>
                  </a:lnTo>
                  <a:lnTo>
                    <a:pt x="0" y="54445"/>
                  </a:lnTo>
                  <a:cubicBezTo>
                    <a:pt x="0" y="24376"/>
                    <a:pt x="24376" y="0"/>
                    <a:pt x="54445" y="0"/>
                  </a:cubicBezTo>
                  <a:lnTo>
                    <a:pt x="126859" y="0"/>
                  </a:lnTo>
                  <a:close/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596422" y="4404214"/>
              <a:ext cx="108890" cy="1079829"/>
            </a:xfrm>
            <a:custGeom>
              <a:avLst/>
              <a:gdLst/>
              <a:ahLst/>
              <a:cxnLst/>
              <a:rect l="0" t="0" r="0" b="0"/>
              <a:pathLst>
                <a:path w="108890" h="1079829">
                  <a:moveTo>
                    <a:pt x="54445" y="0"/>
                  </a:moveTo>
                  <a:cubicBezTo>
                    <a:pt x="24376" y="0"/>
                    <a:pt x="0" y="24376"/>
                    <a:pt x="0" y="54445"/>
                  </a:cubicBezTo>
                  <a:lnTo>
                    <a:pt x="0" y="970939"/>
                  </a:lnTo>
                  <a:lnTo>
                    <a:pt x="108890" y="1079829"/>
                  </a:lnTo>
                  <a:lnTo>
                    <a:pt x="108890" y="54445"/>
                  </a:lnTo>
                  <a:cubicBezTo>
                    <a:pt x="108890" y="24376"/>
                    <a:pt x="84514" y="0"/>
                    <a:pt x="54445" y="0"/>
                  </a:cubicBezTo>
                  <a:close/>
                  <a:moveTo>
                    <a:pt x="108890" y="54445"/>
                  </a:moveTo>
                  <a:lnTo>
                    <a:pt x="108890" y="1079829"/>
                  </a:lnTo>
                  <a:lnTo>
                    <a:pt x="0" y="970939"/>
                  </a:lnTo>
                  <a:lnTo>
                    <a:pt x="0" y="54445"/>
                  </a:lnTo>
                  <a:cubicBezTo>
                    <a:pt x="0" y="24376"/>
                    <a:pt x="24376" y="0"/>
                    <a:pt x="54445" y="0"/>
                  </a:cubicBezTo>
                  <a:cubicBezTo>
                    <a:pt x="84514" y="0"/>
                    <a:pt x="108890" y="24376"/>
                    <a:pt x="108890" y="54445"/>
                  </a:cubicBezTo>
                  <a:close/>
                  <a:moveTo>
                    <a:pt x="108890" y="1079829"/>
                  </a:moveTo>
                  <a:lnTo>
                    <a:pt x="108890" y="54445"/>
                  </a:lnTo>
                  <a:cubicBezTo>
                    <a:pt x="108890" y="24376"/>
                    <a:pt x="84514" y="0"/>
                    <a:pt x="54445" y="0"/>
                  </a:cubicBezTo>
                  <a:cubicBezTo>
                    <a:pt x="24376" y="0"/>
                    <a:pt x="0" y="24376"/>
                    <a:pt x="0" y="54445"/>
                  </a:cubicBezTo>
                  <a:lnTo>
                    <a:pt x="0" y="970939"/>
                  </a:lnTo>
                  <a:lnTo>
                    <a:pt x="108890" y="1079829"/>
                  </a:lnTo>
                  <a:close/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69374" y="4270405"/>
              <a:ext cx="521139" cy="1238492"/>
            </a:xfrm>
            <a:custGeom>
              <a:avLst/>
              <a:gdLst/>
              <a:ahLst/>
              <a:cxnLst/>
              <a:rect l="0" t="0" r="0" b="0"/>
              <a:pathLst>
                <a:path w="521139" h="1238492">
                  <a:moveTo>
                    <a:pt x="417002" y="0"/>
                  </a:moveTo>
                  <a:cubicBezTo>
                    <a:pt x="429858" y="5224"/>
                    <a:pt x="442960" y="9913"/>
                    <a:pt x="456276" y="14043"/>
                  </a:cubicBezTo>
                  <a:lnTo>
                    <a:pt x="521099" y="2552"/>
                  </a:lnTo>
                  <a:lnTo>
                    <a:pt x="521139" y="2569"/>
                  </a:lnTo>
                  <a:lnTo>
                    <a:pt x="456274" y="14068"/>
                  </a:lnTo>
                  <a:cubicBezTo>
                    <a:pt x="430033" y="22048"/>
                    <a:pt x="413252" y="48295"/>
                    <a:pt x="418080" y="75673"/>
                  </a:cubicBezTo>
                  <a:cubicBezTo>
                    <a:pt x="420273" y="88110"/>
                    <a:pt x="426576" y="98802"/>
                    <a:pt x="435370" y="106630"/>
                  </a:cubicBezTo>
                  <a:lnTo>
                    <a:pt x="362979" y="106630"/>
                  </a:lnTo>
                  <a:cubicBezTo>
                    <a:pt x="332910" y="106630"/>
                    <a:pt x="308534" y="131006"/>
                    <a:pt x="308534" y="161076"/>
                  </a:cubicBezTo>
                  <a:lnTo>
                    <a:pt x="308534" y="1213683"/>
                  </a:lnTo>
                  <a:lnTo>
                    <a:pt x="297891" y="1224318"/>
                  </a:lnTo>
                  <a:cubicBezTo>
                    <a:pt x="283716" y="1238492"/>
                    <a:pt x="260734" y="1238492"/>
                    <a:pt x="246559" y="1224318"/>
                  </a:cubicBezTo>
                  <a:lnTo>
                    <a:pt x="235944" y="1213694"/>
                  </a:lnTo>
                  <a:lnTo>
                    <a:pt x="235944" y="188308"/>
                  </a:lnTo>
                  <a:cubicBezTo>
                    <a:pt x="235944" y="158239"/>
                    <a:pt x="211568" y="133863"/>
                    <a:pt x="181499" y="133863"/>
                  </a:cubicBezTo>
                  <a:cubicBezTo>
                    <a:pt x="151430" y="133863"/>
                    <a:pt x="127054" y="158239"/>
                    <a:pt x="127054" y="188308"/>
                  </a:cubicBezTo>
                  <a:lnTo>
                    <a:pt x="127054" y="1104803"/>
                  </a:lnTo>
                  <a:lnTo>
                    <a:pt x="70391" y="1048150"/>
                  </a:lnTo>
                  <a:cubicBezTo>
                    <a:pt x="60180" y="1037940"/>
                    <a:pt x="54444" y="1024092"/>
                    <a:pt x="54444" y="1009652"/>
                  </a:cubicBezTo>
                  <a:lnTo>
                    <a:pt x="54444" y="106632"/>
                  </a:lnTo>
                  <a:cubicBezTo>
                    <a:pt x="24316" y="106289"/>
                    <a:pt x="0" y="82046"/>
                    <a:pt x="0" y="52191"/>
                  </a:cubicBezTo>
                  <a:cubicBezTo>
                    <a:pt x="0" y="30483"/>
                    <a:pt x="12853" y="11744"/>
                    <a:pt x="31450" y="2999"/>
                  </a:cubicBezTo>
                  <a:close/>
                  <a:moveTo>
                    <a:pt x="381115" y="106636"/>
                  </a:moveTo>
                  <a:lnTo>
                    <a:pt x="435370" y="106630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21013" y="3433310"/>
              <a:ext cx="443518" cy="695376"/>
            </a:xfrm>
            <a:custGeom>
              <a:avLst/>
              <a:gdLst/>
              <a:ahLst/>
              <a:cxnLst/>
              <a:rect l="0" t="0" r="0" b="0"/>
              <a:pathLst>
                <a:path w="443518" h="695376">
                  <a:moveTo>
                    <a:pt x="443518" y="0"/>
                  </a:moveTo>
                  <a:lnTo>
                    <a:pt x="238885" y="0"/>
                  </a:lnTo>
                  <a:cubicBezTo>
                    <a:pt x="219372" y="0"/>
                    <a:pt x="201351" y="10441"/>
                    <a:pt x="191648" y="27370"/>
                  </a:cubicBezTo>
                  <a:lnTo>
                    <a:pt x="9612" y="344967"/>
                  </a:lnTo>
                  <a:cubicBezTo>
                    <a:pt x="0" y="361737"/>
                    <a:pt x="0" y="382346"/>
                    <a:pt x="9612" y="399116"/>
                  </a:cubicBezTo>
                  <a:lnTo>
                    <a:pt x="170639" y="680058"/>
                  </a:lnTo>
                  <a:cubicBezTo>
                    <a:pt x="179419" y="695376"/>
                    <a:pt x="202816" y="689146"/>
                    <a:pt x="202816" y="671490"/>
                  </a:cubicBezTo>
                  <a:cubicBezTo>
                    <a:pt x="202816" y="641421"/>
                    <a:pt x="227192" y="617045"/>
                    <a:pt x="257261" y="617045"/>
                  </a:cubicBezTo>
                  <a:lnTo>
                    <a:pt x="318844" y="617045"/>
                  </a:lnTo>
                  <a:cubicBezTo>
                    <a:pt x="294188" y="571688"/>
                    <a:pt x="276335" y="521631"/>
                    <a:pt x="266876" y="467985"/>
                  </a:cubicBezTo>
                  <a:cubicBezTo>
                    <a:pt x="250245" y="373664"/>
                    <a:pt x="261788" y="280892"/>
                    <a:pt x="295462" y="198303"/>
                  </a:cubicBezTo>
                  <a:cubicBezTo>
                    <a:pt x="309966" y="162728"/>
                    <a:pt x="330649" y="127870"/>
                    <a:pt x="340384" y="113114"/>
                  </a:cubicBezTo>
                  <a:cubicBezTo>
                    <a:pt x="368534" y="70448"/>
                    <a:pt x="403297" y="32194"/>
                    <a:pt x="443518" y="0"/>
                  </a:cubicBezTo>
                  <a:close/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204979" y="4324000"/>
              <a:ext cx="308475" cy="1112293"/>
            </a:xfrm>
            <a:custGeom>
              <a:avLst/>
              <a:gdLst/>
              <a:ahLst/>
              <a:cxnLst/>
              <a:rect l="0" t="0" r="0" b="0"/>
              <a:pathLst>
                <a:path w="308475" h="1112293">
                  <a:moveTo>
                    <a:pt x="49385" y="12605"/>
                  </a:moveTo>
                  <a:cubicBezTo>
                    <a:pt x="19772" y="17827"/>
                    <a:pt x="0" y="46066"/>
                    <a:pt x="5222" y="75677"/>
                  </a:cubicBezTo>
                  <a:lnTo>
                    <a:pt x="188002" y="1112280"/>
                  </a:lnTo>
                  <a:lnTo>
                    <a:pt x="188004" y="1112293"/>
                  </a:lnTo>
                  <a:lnTo>
                    <a:pt x="302726" y="948455"/>
                  </a:lnTo>
                  <a:cubicBezTo>
                    <a:pt x="308475" y="940244"/>
                    <a:pt x="306480" y="928928"/>
                    <a:pt x="298269" y="923178"/>
                  </a:cubicBezTo>
                  <a:lnTo>
                    <a:pt x="218527" y="867342"/>
                  </a:lnTo>
                  <a:lnTo>
                    <a:pt x="258379" y="810428"/>
                  </a:lnTo>
                  <a:cubicBezTo>
                    <a:pt x="261140" y="806485"/>
                    <a:pt x="262221" y="801607"/>
                    <a:pt x="261385" y="796867"/>
                  </a:cubicBezTo>
                  <a:lnTo>
                    <a:pt x="254542" y="758055"/>
                  </a:lnTo>
                  <a:cubicBezTo>
                    <a:pt x="253706" y="753315"/>
                    <a:pt x="251021" y="749101"/>
                    <a:pt x="247078" y="746341"/>
                  </a:cubicBezTo>
                  <a:lnTo>
                    <a:pt x="190164" y="706488"/>
                  </a:lnTo>
                  <a:lnTo>
                    <a:pt x="244737" y="628550"/>
                  </a:lnTo>
                  <a:cubicBezTo>
                    <a:pt x="247497" y="624607"/>
                    <a:pt x="248579" y="619729"/>
                    <a:pt x="247743" y="614989"/>
                  </a:cubicBezTo>
                  <a:lnTo>
                    <a:pt x="237748" y="558304"/>
                  </a:lnTo>
                  <a:cubicBezTo>
                    <a:pt x="236912" y="553564"/>
                    <a:pt x="234228" y="549351"/>
                    <a:pt x="230285" y="546589"/>
                  </a:cubicBezTo>
                  <a:lnTo>
                    <a:pt x="152346" y="492016"/>
                  </a:lnTo>
                  <a:lnTo>
                    <a:pt x="186100" y="443810"/>
                  </a:lnTo>
                  <a:cubicBezTo>
                    <a:pt x="191850" y="435600"/>
                    <a:pt x="189854" y="424284"/>
                    <a:pt x="181644" y="418534"/>
                  </a:cubicBezTo>
                  <a:lnTo>
                    <a:pt x="133438" y="384780"/>
                  </a:lnTo>
                  <a:lnTo>
                    <a:pt x="173289" y="327866"/>
                  </a:lnTo>
                  <a:cubicBezTo>
                    <a:pt x="176051" y="323923"/>
                    <a:pt x="177132" y="319045"/>
                    <a:pt x="176297" y="314304"/>
                  </a:cubicBezTo>
                  <a:lnTo>
                    <a:pt x="169453" y="275493"/>
                  </a:lnTo>
                  <a:cubicBezTo>
                    <a:pt x="168617" y="270753"/>
                    <a:pt x="165932" y="266539"/>
                    <a:pt x="161989" y="263778"/>
                  </a:cubicBezTo>
                  <a:lnTo>
                    <a:pt x="105075" y="223926"/>
                  </a:lnTo>
                  <a:lnTo>
                    <a:pt x="138829" y="175720"/>
                  </a:lnTo>
                  <a:cubicBezTo>
                    <a:pt x="144578" y="167509"/>
                    <a:pt x="142582" y="156193"/>
                    <a:pt x="134372" y="150444"/>
                  </a:cubicBezTo>
                  <a:lnTo>
                    <a:pt x="86166" y="116690"/>
                  </a:lnTo>
                  <a:lnTo>
                    <a:pt x="126018" y="59776"/>
                  </a:lnTo>
                  <a:cubicBezTo>
                    <a:pt x="128779" y="55832"/>
                    <a:pt x="129860" y="50955"/>
                    <a:pt x="129025" y="46214"/>
                  </a:cubicBezTo>
                  <a:lnTo>
                    <a:pt x="120876" y="0"/>
                  </a:lnTo>
                  <a:lnTo>
                    <a:pt x="49385" y="12605"/>
                  </a:lnTo>
                  <a:close/>
                  <a:moveTo>
                    <a:pt x="246886" y="1028185"/>
                  </a:moveTo>
                  <a:lnTo>
                    <a:pt x="188002" y="1112280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030983" y="4389726"/>
              <a:ext cx="290514" cy="1059192"/>
            </a:xfrm>
            <a:custGeom>
              <a:avLst/>
              <a:gdLst/>
              <a:ahLst/>
              <a:cxnLst/>
              <a:rect l="0" t="0" r="0" b="0"/>
              <a:pathLst>
                <a:path w="290514" h="1059192">
                  <a:moveTo>
                    <a:pt x="49385" y="5222"/>
                  </a:moveTo>
                  <a:cubicBezTo>
                    <a:pt x="19772" y="10443"/>
                    <a:pt x="0" y="38681"/>
                    <a:pt x="5222" y="68294"/>
                  </a:cubicBezTo>
                  <a:lnTo>
                    <a:pt x="164367" y="970853"/>
                  </a:lnTo>
                  <a:lnTo>
                    <a:pt x="164369" y="970864"/>
                  </a:lnTo>
                  <a:lnTo>
                    <a:pt x="290512" y="1059180"/>
                  </a:lnTo>
                  <a:lnTo>
                    <a:pt x="112458" y="49385"/>
                  </a:lnTo>
                  <a:cubicBezTo>
                    <a:pt x="107236" y="19773"/>
                    <a:pt x="78998" y="0"/>
                    <a:pt x="49385" y="5222"/>
                  </a:cubicBezTo>
                  <a:close/>
                  <a:moveTo>
                    <a:pt x="290514" y="1059192"/>
                  </a:moveTo>
                  <a:lnTo>
                    <a:pt x="290512" y="1059180"/>
                  </a:lnTo>
                  <a:lnTo>
                    <a:pt x="164367" y="970853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882618" y="4200580"/>
              <a:ext cx="555164" cy="1268456"/>
            </a:xfrm>
            <a:custGeom>
              <a:avLst/>
              <a:gdLst/>
              <a:ahLst/>
              <a:cxnLst/>
              <a:rect l="0" t="0" r="0" b="0"/>
              <a:pathLst>
                <a:path w="555164" h="1268456">
                  <a:moveTo>
                    <a:pt x="43021" y="83848"/>
                  </a:moveTo>
                  <a:cubicBezTo>
                    <a:pt x="16780" y="91829"/>
                    <a:pt x="0" y="118075"/>
                    <a:pt x="4827" y="145453"/>
                  </a:cubicBezTo>
                  <a:cubicBezTo>
                    <a:pt x="10011" y="174855"/>
                    <a:pt x="38168" y="194507"/>
                    <a:pt x="67898" y="189613"/>
                  </a:cubicBezTo>
                  <a:lnTo>
                    <a:pt x="224706" y="1078914"/>
                  </a:lnTo>
                  <a:cubicBezTo>
                    <a:pt x="227213" y="1093134"/>
                    <a:pt x="235267" y="1105776"/>
                    <a:pt x="247095" y="1114059"/>
                  </a:cubicBezTo>
                  <a:lnTo>
                    <a:pt x="312724" y="1160011"/>
                  </a:lnTo>
                  <a:lnTo>
                    <a:pt x="153578" y="257453"/>
                  </a:lnTo>
                  <a:cubicBezTo>
                    <a:pt x="148356" y="227840"/>
                    <a:pt x="168129" y="199602"/>
                    <a:pt x="197742" y="194380"/>
                  </a:cubicBezTo>
                  <a:cubicBezTo>
                    <a:pt x="227354" y="189158"/>
                    <a:pt x="255592" y="208931"/>
                    <a:pt x="260814" y="238544"/>
                  </a:cubicBezTo>
                  <a:lnTo>
                    <a:pt x="438868" y="1248338"/>
                  </a:lnTo>
                  <a:lnTo>
                    <a:pt x="451179" y="1256958"/>
                  </a:lnTo>
                  <a:cubicBezTo>
                    <a:pt x="467599" y="1268456"/>
                    <a:pt x="490232" y="1264465"/>
                    <a:pt x="501730" y="1248045"/>
                  </a:cubicBezTo>
                  <a:lnTo>
                    <a:pt x="510355" y="1235727"/>
                  </a:lnTo>
                  <a:lnTo>
                    <a:pt x="327574" y="199125"/>
                  </a:lnTo>
                  <a:cubicBezTo>
                    <a:pt x="322352" y="169512"/>
                    <a:pt x="342125" y="141274"/>
                    <a:pt x="371738" y="136052"/>
                  </a:cubicBezTo>
                  <a:lnTo>
                    <a:pt x="505142" y="112519"/>
                  </a:lnTo>
                  <a:cubicBezTo>
                    <a:pt x="535106" y="107236"/>
                    <a:pt x="555164" y="78947"/>
                    <a:pt x="549943" y="49334"/>
                  </a:cubicBezTo>
                  <a:cubicBezTo>
                    <a:pt x="544722" y="19721"/>
                    <a:pt x="516198" y="0"/>
                    <a:pt x="486233" y="5282"/>
                  </a:cubicBezTo>
                  <a:close/>
                  <a:moveTo>
                    <a:pt x="312725" y="1160023"/>
                  </a:moveTo>
                  <a:lnTo>
                    <a:pt x="312724" y="1160011"/>
                  </a:lnTo>
                  <a:moveTo>
                    <a:pt x="438870" y="1248351"/>
                  </a:moveTo>
                  <a:lnTo>
                    <a:pt x="438868" y="1248338"/>
                  </a:lnTo>
                  <a:moveTo>
                    <a:pt x="510357" y="1235740"/>
                  </a:moveTo>
                  <a:lnTo>
                    <a:pt x="510355" y="1235727"/>
                  </a:ln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40897" y="3308897"/>
              <a:ext cx="1012118" cy="859104"/>
            </a:xfrm>
            <a:custGeom>
              <a:avLst/>
              <a:gdLst/>
              <a:ahLst/>
              <a:cxnLst/>
              <a:rect l="0" t="0" r="0" b="0"/>
              <a:pathLst>
                <a:path w="1012118" h="859104">
                  <a:moveTo>
                    <a:pt x="737856" y="168089"/>
                  </a:moveTo>
                  <a:cubicBezTo>
                    <a:pt x="657832" y="118921"/>
                    <a:pt x="560194" y="97714"/>
                    <a:pt x="460424" y="115306"/>
                  </a:cubicBezTo>
                  <a:cubicBezTo>
                    <a:pt x="243883" y="153488"/>
                    <a:pt x="99295" y="359982"/>
                    <a:pt x="137477" y="576523"/>
                  </a:cubicBezTo>
                  <a:cubicBezTo>
                    <a:pt x="157891" y="692293"/>
                    <a:pt x="226413" y="787497"/>
                    <a:pt x="318859" y="845199"/>
                  </a:cubicBezTo>
                  <a:cubicBezTo>
                    <a:pt x="341137" y="859104"/>
                    <a:pt x="366918" y="839158"/>
                    <a:pt x="362359" y="813295"/>
                  </a:cubicBezTo>
                  <a:cubicBezTo>
                    <a:pt x="357137" y="783684"/>
                    <a:pt x="376910" y="755445"/>
                    <a:pt x="406522" y="750223"/>
                  </a:cubicBezTo>
                  <a:lnTo>
                    <a:pt x="728230" y="693498"/>
                  </a:lnTo>
                  <a:cubicBezTo>
                    <a:pt x="757843" y="688276"/>
                    <a:pt x="786081" y="708048"/>
                    <a:pt x="791303" y="737661"/>
                  </a:cubicBezTo>
                  <a:cubicBezTo>
                    <a:pt x="795863" y="763523"/>
                    <a:pt x="826912" y="773449"/>
                    <a:pt x="843091" y="752762"/>
                  </a:cubicBezTo>
                  <a:cubicBezTo>
                    <a:pt x="910226" y="666921"/>
                    <a:pt x="942055" y="554024"/>
                    <a:pt x="921641" y="438253"/>
                  </a:cubicBezTo>
                  <a:cubicBezTo>
                    <a:pt x="907849" y="360033"/>
                    <a:pt x="872094" y="291201"/>
                    <a:pt x="821838" y="236982"/>
                  </a:cubicBezTo>
                  <a:cubicBezTo>
                    <a:pt x="746484" y="277716"/>
                    <a:pt x="666674" y="311262"/>
                    <a:pt x="583326" y="336699"/>
                  </a:cubicBezTo>
                  <a:cubicBezTo>
                    <a:pt x="573724" y="368400"/>
                    <a:pt x="547050" y="393675"/>
                    <a:pt x="512199" y="399820"/>
                  </a:cubicBezTo>
                  <a:cubicBezTo>
                    <a:pt x="462844" y="408522"/>
                    <a:pt x="415781" y="375567"/>
                    <a:pt x="407078" y="326213"/>
                  </a:cubicBezTo>
                  <a:cubicBezTo>
                    <a:pt x="406177" y="321101"/>
                    <a:pt x="405722" y="316013"/>
                    <a:pt x="405687" y="310990"/>
                  </a:cubicBezTo>
                  <a:cubicBezTo>
                    <a:pt x="405683" y="310510"/>
                    <a:pt x="405684" y="310030"/>
                    <a:pt x="405688" y="309551"/>
                  </a:cubicBezTo>
                  <a:cubicBezTo>
                    <a:pt x="405790" y="297495"/>
                    <a:pt x="408303" y="285835"/>
                    <a:pt x="412834" y="275130"/>
                  </a:cubicBezTo>
                  <a:lnTo>
                    <a:pt x="412847" y="275127"/>
                  </a:lnTo>
                  <a:cubicBezTo>
                    <a:pt x="424443" y="247761"/>
                    <a:pt x="449234" y="226638"/>
                    <a:pt x="480684" y="221092"/>
                  </a:cubicBezTo>
                  <a:cubicBezTo>
                    <a:pt x="508199" y="216241"/>
                    <a:pt x="535002" y="224336"/>
                    <a:pt x="554844" y="241003"/>
                  </a:cubicBezTo>
                  <a:cubicBezTo>
                    <a:pt x="618223" y="221617"/>
                    <a:pt x="679386" y="197155"/>
                    <a:pt x="737856" y="168089"/>
                  </a:cubicBezTo>
                  <a:close/>
                  <a:moveTo>
                    <a:pt x="1012118" y="422295"/>
                  </a:moveTo>
                  <a:cubicBezTo>
                    <a:pt x="996386" y="333071"/>
                    <a:pt x="957435" y="253772"/>
                    <a:pt x="902576" y="189517"/>
                  </a:cubicBezTo>
                  <a:moveTo>
                    <a:pt x="827722" y="118532"/>
                  </a:moveTo>
                  <a:cubicBezTo>
                    <a:pt x="722556" y="37936"/>
                    <a:pt x="585236" y="0"/>
                    <a:pt x="444466" y="24821"/>
                  </a:cubicBezTo>
                  <a:cubicBezTo>
                    <a:pt x="177955" y="71815"/>
                    <a:pt x="0" y="325960"/>
                    <a:pt x="46993" y="592472"/>
                  </a:cubicBezTo>
                </a:path>
              </a:pathLst>
            </a:custGeom>
            <a:noFill/>
            <a:ln w="1361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2017617" y="3585172"/>
            <a:ext cx="743853" cy="954350"/>
          </a:xfrm>
          <a:custGeom>
            <a:avLst/>
            <a:gdLst/>
            <a:ahLst/>
            <a:cxnLst/>
            <a:rect l="0" t="0" r="0" b="0"/>
            <a:pathLst>
              <a:path w="743853" h="954350">
                <a:moveTo>
                  <a:pt x="530691" y="844398"/>
                </a:moveTo>
                <a:lnTo>
                  <a:pt x="373601" y="816699"/>
                </a:lnTo>
                <a:cubicBezTo>
                  <a:pt x="345160" y="811684"/>
                  <a:pt x="319908" y="795582"/>
                  <a:pt x="303343" y="771925"/>
                </a:cubicBezTo>
                <a:lnTo>
                  <a:pt x="143618" y="543813"/>
                </a:lnTo>
                <a:cubicBezTo>
                  <a:pt x="120622" y="510972"/>
                  <a:pt x="128603" y="465706"/>
                  <a:pt x="161445" y="442711"/>
                </a:cubicBezTo>
                <a:lnTo>
                  <a:pt x="582897" y="147607"/>
                </a:lnTo>
                <a:cubicBezTo>
                  <a:pt x="587505" y="144380"/>
                  <a:pt x="592358" y="141763"/>
                  <a:pt x="597359" y="139739"/>
                </a:cubicBezTo>
                <a:lnTo>
                  <a:pt x="598033" y="138554"/>
                </a:lnTo>
                <a:cubicBezTo>
                  <a:pt x="617381" y="104488"/>
                  <a:pt x="653543" y="83440"/>
                  <a:pt x="692721" y="83440"/>
                </a:cubicBezTo>
                <a:lnTo>
                  <a:pt x="743853" y="83440"/>
                </a:lnTo>
                <a:lnTo>
                  <a:pt x="728305" y="61234"/>
                </a:lnTo>
                <a:cubicBezTo>
                  <a:pt x="693811" y="11972"/>
                  <a:pt x="625912" y="0"/>
                  <a:pt x="576649" y="34493"/>
                </a:cubicBezTo>
                <a:lnTo>
                  <a:pt x="61234" y="395391"/>
                </a:lnTo>
                <a:cubicBezTo>
                  <a:pt x="11972" y="429885"/>
                  <a:pt x="0" y="497784"/>
                  <a:pt x="34493" y="547046"/>
                </a:cubicBezTo>
                <a:lnTo>
                  <a:pt x="281176" y="899345"/>
                </a:lnTo>
                <a:lnTo>
                  <a:pt x="593139" y="954350"/>
                </a:lnTo>
                <a:lnTo>
                  <a:pt x="530691" y="844398"/>
                </a:lnTo>
                <a:close/>
              </a:path>
            </a:pathLst>
          </a:custGeom>
          <a:noFill/>
          <a:ln w="13611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3155" y="3668619"/>
            <a:ext cx="723302" cy="929546"/>
          </a:xfrm>
          <a:custGeom>
            <a:avLst/>
            <a:gdLst/>
            <a:ahLst/>
            <a:cxnLst/>
            <a:rect l="0" t="0" r="0" b="0"/>
            <a:pathLst>
              <a:path w="723302" h="929546">
                <a:moveTo>
                  <a:pt x="723302" y="19"/>
                </a:moveTo>
                <a:cubicBezTo>
                  <a:pt x="722627" y="6"/>
                  <a:pt x="721952" y="0"/>
                  <a:pt x="721276" y="0"/>
                </a:cubicBezTo>
                <a:lnTo>
                  <a:pt x="317200" y="0"/>
                </a:lnTo>
                <a:cubicBezTo>
                  <a:pt x="278021" y="0"/>
                  <a:pt x="241864" y="21046"/>
                  <a:pt x="222515" y="55113"/>
                </a:cubicBezTo>
                <a:lnTo>
                  <a:pt x="18940" y="413543"/>
                </a:lnTo>
                <a:cubicBezTo>
                  <a:pt x="0" y="446893"/>
                  <a:pt x="0" y="487749"/>
                  <a:pt x="18940" y="521098"/>
                </a:cubicBezTo>
                <a:lnTo>
                  <a:pt x="222515" y="879529"/>
                </a:lnTo>
                <a:cubicBezTo>
                  <a:pt x="236263" y="903734"/>
                  <a:pt x="258496" y="921366"/>
                  <a:pt x="284271" y="929546"/>
                </a:cubicBezTo>
                <a:lnTo>
                  <a:pt x="669879" y="926546"/>
                </a:lnTo>
                <a:cubicBezTo>
                  <a:pt x="565836" y="884278"/>
                  <a:pt x="477904" y="806909"/>
                  <a:pt x="423316" y="706506"/>
                </a:cubicBezTo>
                <a:lnTo>
                  <a:pt x="361724" y="706506"/>
                </a:lnTo>
                <a:cubicBezTo>
                  <a:pt x="331655" y="706506"/>
                  <a:pt x="307279" y="730882"/>
                  <a:pt x="307279" y="760951"/>
                </a:cubicBezTo>
                <a:cubicBezTo>
                  <a:pt x="307279" y="778607"/>
                  <a:pt x="283882" y="784837"/>
                  <a:pt x="275102" y="769519"/>
                </a:cubicBezTo>
                <a:lnTo>
                  <a:pt x="114074" y="488577"/>
                </a:lnTo>
                <a:cubicBezTo>
                  <a:pt x="104462" y="471807"/>
                  <a:pt x="104462" y="451198"/>
                  <a:pt x="114074" y="434428"/>
                </a:cubicBezTo>
                <a:lnTo>
                  <a:pt x="296111" y="116831"/>
                </a:lnTo>
                <a:cubicBezTo>
                  <a:pt x="305815" y="99902"/>
                  <a:pt x="323835" y="89460"/>
                  <a:pt x="343347" y="89460"/>
                </a:cubicBezTo>
                <a:lnTo>
                  <a:pt x="547953" y="89460"/>
                </a:lnTo>
                <a:cubicBezTo>
                  <a:pt x="598534" y="48968"/>
                  <a:pt x="657749" y="18061"/>
                  <a:pt x="723302" y="19"/>
                </a:cubicBezTo>
                <a:close/>
              </a:path>
            </a:pathLst>
          </a:custGeom>
          <a:noFill/>
          <a:ln w="13611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17498" y="3633599"/>
            <a:ext cx="1045047" cy="975615"/>
          </a:xfrm>
          <a:custGeom>
            <a:avLst/>
            <a:gdLst/>
            <a:ahLst/>
            <a:cxnLst/>
            <a:rect l="0" t="0" r="0" b="0"/>
            <a:pathLst>
              <a:path w="1045047" h="975615">
                <a:moveTo>
                  <a:pt x="827749" y="118553"/>
                </a:moveTo>
                <a:cubicBezTo>
                  <a:pt x="722579" y="37944"/>
                  <a:pt x="585248" y="0"/>
                  <a:pt x="444466" y="24823"/>
                </a:cubicBezTo>
                <a:cubicBezTo>
                  <a:pt x="177955" y="71816"/>
                  <a:pt x="0" y="325962"/>
                  <a:pt x="46993" y="592474"/>
                </a:cubicBezTo>
                <a:cubicBezTo>
                  <a:pt x="79977" y="779535"/>
                  <a:pt x="215013" y="922969"/>
                  <a:pt x="384748" y="975615"/>
                </a:cubicBezTo>
                <a:lnTo>
                  <a:pt x="826482" y="897310"/>
                </a:lnTo>
                <a:cubicBezTo>
                  <a:pt x="967527" y="789721"/>
                  <a:pt x="1045047" y="609044"/>
                  <a:pt x="1012118" y="422296"/>
                </a:cubicBezTo>
                <a:cubicBezTo>
                  <a:pt x="996387" y="333083"/>
                  <a:pt x="957444" y="253793"/>
                  <a:pt x="902596" y="189542"/>
                </a:cubicBezTo>
                <a:cubicBezTo>
                  <a:pt x="876308" y="206293"/>
                  <a:pt x="849381" y="222130"/>
                  <a:pt x="821860" y="237008"/>
                </a:cubicBezTo>
                <a:cubicBezTo>
                  <a:pt x="872104" y="291223"/>
                  <a:pt x="907850" y="360046"/>
                  <a:pt x="921641" y="438255"/>
                </a:cubicBezTo>
                <a:cubicBezTo>
                  <a:pt x="942055" y="554026"/>
                  <a:pt x="910226" y="666923"/>
                  <a:pt x="843091" y="752765"/>
                </a:cubicBezTo>
                <a:cubicBezTo>
                  <a:pt x="826912" y="773451"/>
                  <a:pt x="795863" y="763525"/>
                  <a:pt x="791303" y="737663"/>
                </a:cubicBezTo>
                <a:cubicBezTo>
                  <a:pt x="786081" y="708050"/>
                  <a:pt x="757843" y="688277"/>
                  <a:pt x="728230" y="693500"/>
                </a:cubicBezTo>
                <a:lnTo>
                  <a:pt x="406522" y="750225"/>
                </a:lnTo>
                <a:cubicBezTo>
                  <a:pt x="376910" y="755446"/>
                  <a:pt x="357137" y="783685"/>
                  <a:pt x="362359" y="813297"/>
                </a:cubicBezTo>
                <a:cubicBezTo>
                  <a:pt x="366918" y="839160"/>
                  <a:pt x="341137" y="859106"/>
                  <a:pt x="318859" y="845201"/>
                </a:cubicBezTo>
                <a:cubicBezTo>
                  <a:pt x="226413" y="787498"/>
                  <a:pt x="157891" y="692295"/>
                  <a:pt x="137477" y="576525"/>
                </a:cubicBezTo>
                <a:cubicBezTo>
                  <a:pt x="99295" y="359984"/>
                  <a:pt x="243883" y="153490"/>
                  <a:pt x="460424" y="115308"/>
                </a:cubicBezTo>
                <a:cubicBezTo>
                  <a:pt x="560208" y="97713"/>
                  <a:pt x="657857" y="118929"/>
                  <a:pt x="737888" y="168111"/>
                </a:cubicBezTo>
                <a:cubicBezTo>
                  <a:pt x="768608" y="152839"/>
                  <a:pt x="798583" y="136298"/>
                  <a:pt x="827749" y="118553"/>
                </a:cubicBezTo>
                <a:close/>
                <a:moveTo>
                  <a:pt x="827960" y="897049"/>
                </a:moveTo>
                <a:lnTo>
                  <a:pt x="826482" y="897310"/>
                </a:lnTo>
              </a:path>
            </a:pathLst>
          </a:custGeom>
          <a:noFill/>
          <a:ln w="13611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2164" y="1413644"/>
            <a:ext cx="2613369" cy="2593255"/>
          </a:xfrm>
          <a:custGeom>
            <a:avLst/>
            <a:gdLst/>
            <a:ahLst/>
            <a:cxnLst/>
            <a:rect l="0" t="0" r="0" b="0"/>
            <a:pathLst>
              <a:path w="2613369" h="2593255">
                <a:moveTo>
                  <a:pt x="651487" y="2437483"/>
                </a:moveTo>
                <a:cubicBezTo>
                  <a:pt x="261942" y="2211288"/>
                  <a:pt x="0" y="1789576"/>
                  <a:pt x="0" y="1306684"/>
                </a:cubicBezTo>
                <a:cubicBezTo>
                  <a:pt x="0" y="585022"/>
                  <a:pt x="585022" y="0"/>
                  <a:pt x="1306684" y="0"/>
                </a:cubicBezTo>
                <a:cubicBezTo>
                  <a:pt x="2028346" y="0"/>
                  <a:pt x="2613369" y="585022"/>
                  <a:pt x="2613369" y="1306684"/>
                </a:cubicBezTo>
                <a:cubicBezTo>
                  <a:pt x="2613369" y="1949996"/>
                  <a:pt x="2148481" y="2484727"/>
                  <a:pt x="1536329" y="2593255"/>
                </a:cubicBezTo>
                <a:cubicBezTo>
                  <a:pt x="1524259" y="2580713"/>
                  <a:pt x="1515658" y="2564570"/>
                  <a:pt x="1512409" y="2546139"/>
                </a:cubicBezTo>
                <a:cubicBezTo>
                  <a:pt x="1509254" y="2528247"/>
                  <a:pt x="1511574" y="2510657"/>
                  <a:pt x="1518165" y="2495086"/>
                </a:cubicBezTo>
                <a:cubicBezTo>
                  <a:pt x="2083862" y="2395100"/>
                  <a:pt x="2513552" y="1901072"/>
                  <a:pt x="2513552" y="1306684"/>
                </a:cubicBezTo>
                <a:cubicBezTo>
                  <a:pt x="2513552" y="640149"/>
                  <a:pt x="1973219" y="99816"/>
                  <a:pt x="1306684" y="99816"/>
                </a:cubicBezTo>
                <a:cubicBezTo>
                  <a:pt x="640149" y="99816"/>
                  <a:pt x="99816" y="640149"/>
                  <a:pt x="99816" y="1306684"/>
                </a:cubicBezTo>
                <a:cubicBezTo>
                  <a:pt x="99816" y="1769386"/>
                  <a:pt x="360202" y="2171271"/>
                  <a:pt x="742435" y="2373801"/>
                </a:cubicBezTo>
                <a:lnTo>
                  <a:pt x="651487" y="2437483"/>
                </a:lnTo>
                <a:close/>
              </a:path>
            </a:pathLst>
          </a:custGeom>
          <a:noFill/>
          <a:ln w="1361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7756" y="1024361"/>
            <a:ext cx="3077859" cy="3175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Roboto"/>
              </a:rPr>
              <a:t>Foundations of Cyber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7024" y="2115552"/>
            <a:ext cx="2154332" cy="266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ABDA"/>
                </a:solidFill>
                <a:latin typeface="Roboto"/>
              </a:rPr>
              <a:t>MERN Security Demo CRM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7024" y="2434056"/>
            <a:ext cx="2562553" cy="3811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Demonstrates security practices in a CRM
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6778" y="2937574"/>
            <a:ext cx="1445864" cy="8003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Cyber Law &amp; Web
Application
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7024" y="3095565"/>
            <a:ext cx="2081058" cy="53356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C583"/>
                </a:solidFill>
                <a:latin typeface="Roboto"/>
              </a:rPr>
              <a:t>OWASP Top 10 Attacks &amp;
Defenses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7024" y="3631850"/>
            <a:ext cx="2634811" cy="3811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Highlights common web vulnerabilities and
their 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7024" y="4293359"/>
            <a:ext cx="2353057" cy="53356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2BD39"/>
                </a:solidFill>
                <a:latin typeface="Roboto"/>
              </a:rPr>
              <a:t>Cybersecurity Awareness for
Developers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7024" y="4829644"/>
            <a:ext cx="2283068" cy="3811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Educates developers on security best
practices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38603" y="1956393"/>
            <a:ext cx="762232" cy="838531"/>
          </a:xfrm>
          <a:custGeom>
            <a:avLst/>
            <a:gdLst/>
            <a:ahLst/>
            <a:cxnLst/>
            <a:rect l="0" t="0" r="0" b="0"/>
            <a:pathLst>
              <a:path w="762232" h="838531">
                <a:moveTo>
                  <a:pt x="617771" y="382284"/>
                </a:moveTo>
                <a:cubicBezTo>
                  <a:pt x="617371" y="512701"/>
                  <a:pt x="511534" y="618214"/>
                  <a:pt x="381116" y="618213"/>
                </a:cubicBezTo>
                <a:cubicBezTo>
                  <a:pt x="249864" y="616026"/>
                  <a:pt x="144898" y="508469"/>
                  <a:pt x="145913" y="377202"/>
                </a:cubicBezTo>
                <a:cubicBezTo>
                  <a:pt x="145886" y="251729"/>
                  <a:pt x="246232" y="149286"/>
                  <a:pt x="371679" y="146718"/>
                </a:cubicBezTo>
                <a:lnTo>
                  <a:pt x="381116" y="146718"/>
                </a:lnTo>
                <a:cubicBezTo>
                  <a:pt x="443869" y="146134"/>
                  <a:pt x="504237" y="170730"/>
                  <a:pt x="548714" y="215002"/>
                </a:cubicBezTo>
                <a:cubicBezTo>
                  <a:pt x="593191" y="259275"/>
                  <a:pt x="618065" y="319529"/>
                  <a:pt x="617771" y="382284"/>
                </a:cubicBezTo>
                <a:close/>
                <a:moveTo>
                  <a:pt x="371679" y="618576"/>
                </a:moveTo>
                <a:cubicBezTo>
                  <a:pt x="248633" y="453789"/>
                  <a:pt x="248633" y="279927"/>
                  <a:pt x="371679" y="146718"/>
                </a:cubicBezTo>
                <a:moveTo>
                  <a:pt x="392005" y="618576"/>
                </a:moveTo>
                <a:cubicBezTo>
                  <a:pt x="515414" y="453789"/>
                  <a:pt x="515414" y="279927"/>
                  <a:pt x="392005" y="146718"/>
                </a:cubicBezTo>
                <a:moveTo>
                  <a:pt x="145913" y="382284"/>
                </a:moveTo>
                <a:lnTo>
                  <a:pt x="617771" y="382284"/>
                </a:lnTo>
                <a:moveTo>
                  <a:pt x="0" y="119858"/>
                </a:moveTo>
                <a:lnTo>
                  <a:pt x="0" y="397166"/>
                </a:lnTo>
                <a:cubicBezTo>
                  <a:pt x="2149" y="584828"/>
                  <a:pt x="121341" y="751147"/>
                  <a:pt x="298359" y="813490"/>
                </a:cubicBezTo>
                <a:lnTo>
                  <a:pt x="339012" y="828372"/>
                </a:lnTo>
                <a:cubicBezTo>
                  <a:pt x="366162" y="838531"/>
                  <a:pt x="396070" y="838531"/>
                  <a:pt x="423220" y="828372"/>
                </a:cubicBezTo>
                <a:lnTo>
                  <a:pt x="463872" y="813490"/>
                </a:lnTo>
                <a:cubicBezTo>
                  <a:pt x="640890" y="751147"/>
                  <a:pt x="760083" y="584828"/>
                  <a:pt x="762232" y="397166"/>
                </a:cubicBezTo>
                <a:lnTo>
                  <a:pt x="762232" y="119858"/>
                </a:lnTo>
                <a:cubicBezTo>
                  <a:pt x="762124" y="97702"/>
                  <a:pt x="748857" y="77731"/>
                  <a:pt x="728476" y="69043"/>
                </a:cubicBezTo>
                <a:cubicBezTo>
                  <a:pt x="618491" y="23093"/>
                  <a:pt x="500308" y="0"/>
                  <a:pt x="381116" y="1168"/>
                </a:cubicBezTo>
                <a:cubicBezTo>
                  <a:pt x="261924" y="0"/>
                  <a:pt x="143740" y="23093"/>
                  <a:pt x="33756" y="69043"/>
                </a:cubicBezTo>
                <a:cubicBezTo>
                  <a:pt x="13374" y="77731"/>
                  <a:pt x="107" y="97702"/>
                  <a:pt x="0" y="119858"/>
                </a:cubicBezTo>
                <a:close/>
              </a:path>
            </a:pathLst>
          </a:custGeom>
          <a:noFill/>
          <a:ln w="1361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57837" y="2062737"/>
            <a:ext cx="301322" cy="286474"/>
          </a:xfrm>
          <a:custGeom>
            <a:avLst/>
            <a:gdLst/>
            <a:ahLst/>
            <a:cxnLst/>
            <a:rect l="0" t="0" r="0" b="0"/>
            <a:pathLst>
              <a:path w="301322" h="286474">
                <a:moveTo>
                  <a:pt x="266559" y="169499"/>
                </a:moveTo>
                <a:cubicBezTo>
                  <a:pt x="287926" y="159614"/>
                  <a:pt x="301322" y="137919"/>
                  <a:pt x="300587" y="114387"/>
                </a:cubicBezTo>
                <a:cubicBezTo>
                  <a:pt x="300329" y="96972"/>
                  <a:pt x="292998" y="80411"/>
                  <a:pt x="280280" y="68511"/>
                </a:cubicBezTo>
                <a:cubicBezTo>
                  <a:pt x="267562" y="56612"/>
                  <a:pt x="250550" y="50398"/>
                  <a:pt x="233156" y="51298"/>
                </a:cubicBezTo>
                <a:cubicBezTo>
                  <a:pt x="217645" y="20087"/>
                  <a:pt x="185716" y="430"/>
                  <a:pt x="150863" y="637"/>
                </a:cubicBezTo>
                <a:cubicBezTo>
                  <a:pt x="103371" y="0"/>
                  <a:pt x="63577" y="36414"/>
                  <a:pt x="60007" y="83775"/>
                </a:cubicBezTo>
                <a:cubicBezTo>
                  <a:pt x="45827" y="80657"/>
                  <a:pt x="30997" y="84060"/>
                  <a:pt x="19595" y="93048"/>
                </a:cubicBezTo>
                <a:cubicBezTo>
                  <a:pt x="8192" y="102035"/>
                  <a:pt x="1419" y="115660"/>
                  <a:pt x="1138" y="130176"/>
                </a:cubicBezTo>
                <a:cubicBezTo>
                  <a:pt x="0" y="151397"/>
                  <a:pt x="14407" y="170317"/>
                  <a:pt x="35167" y="174862"/>
                </a:cubicBezTo>
                <a:moveTo>
                  <a:pt x="218919" y="272863"/>
                </a:moveTo>
                <a:cubicBezTo>
                  <a:pt x="218919" y="280380"/>
                  <a:pt x="212825" y="286474"/>
                  <a:pt x="205308" y="286474"/>
                </a:cubicBezTo>
                <a:lnTo>
                  <a:pt x="110029" y="286474"/>
                </a:lnTo>
                <a:cubicBezTo>
                  <a:pt x="102511" y="286474"/>
                  <a:pt x="96417" y="280380"/>
                  <a:pt x="96417" y="272863"/>
                </a:cubicBezTo>
                <a:lnTo>
                  <a:pt x="96417" y="191195"/>
                </a:lnTo>
                <a:cubicBezTo>
                  <a:pt x="96417" y="183678"/>
                  <a:pt x="102511" y="177584"/>
                  <a:pt x="110029" y="177584"/>
                </a:cubicBezTo>
                <a:lnTo>
                  <a:pt x="205308" y="177584"/>
                </a:lnTo>
                <a:cubicBezTo>
                  <a:pt x="212825" y="177584"/>
                  <a:pt x="218919" y="183678"/>
                  <a:pt x="218919" y="191195"/>
                </a:cubicBezTo>
                <a:close/>
                <a:moveTo>
                  <a:pt x="140654" y="232887"/>
                </a:moveTo>
                <a:cubicBezTo>
                  <a:pt x="140654" y="242283"/>
                  <a:pt x="148272" y="249901"/>
                  <a:pt x="157668" y="249901"/>
                </a:cubicBezTo>
                <a:cubicBezTo>
                  <a:pt x="167065" y="249901"/>
                  <a:pt x="174682" y="242283"/>
                  <a:pt x="174682" y="232887"/>
                </a:cubicBezTo>
                <a:cubicBezTo>
                  <a:pt x="174682" y="223490"/>
                  <a:pt x="167065" y="215873"/>
                  <a:pt x="157668" y="215873"/>
                </a:cubicBezTo>
                <a:cubicBezTo>
                  <a:pt x="148272" y="215873"/>
                  <a:pt x="140654" y="223490"/>
                  <a:pt x="140654" y="232887"/>
                </a:cubicBezTo>
                <a:close/>
                <a:moveTo>
                  <a:pt x="191696" y="157167"/>
                </a:moveTo>
                <a:cubicBezTo>
                  <a:pt x="191696" y="138374"/>
                  <a:pt x="176461" y="123139"/>
                  <a:pt x="157668" y="123139"/>
                </a:cubicBezTo>
                <a:cubicBezTo>
                  <a:pt x="138875" y="123139"/>
                  <a:pt x="123640" y="138374"/>
                  <a:pt x="123640" y="157167"/>
                </a:cubicBezTo>
                <a:lnTo>
                  <a:pt x="123640" y="177584"/>
                </a:lnTo>
                <a:lnTo>
                  <a:pt x="191696" y="177584"/>
                </a:lnTo>
                <a:close/>
              </a:path>
            </a:pathLst>
          </a:custGeom>
          <a:noFill/>
          <a:ln w="13611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2170" y="3029777"/>
            <a:ext cx="313059" cy="313059"/>
          </a:xfrm>
          <a:custGeom>
            <a:avLst/>
            <a:gdLst/>
            <a:ahLst/>
            <a:cxnLst/>
            <a:rect l="0" t="0" r="0" b="0"/>
            <a:pathLst>
              <a:path w="313059" h="313059">
                <a:moveTo>
                  <a:pt x="40833" y="231392"/>
                </a:moveTo>
                <a:lnTo>
                  <a:pt x="40833" y="258614"/>
                </a:lnTo>
                <a:lnTo>
                  <a:pt x="108890" y="258614"/>
                </a:lnTo>
                <a:cubicBezTo>
                  <a:pt x="108890" y="273587"/>
                  <a:pt x="130219" y="285837"/>
                  <a:pt x="156529" y="285837"/>
                </a:cubicBezTo>
                <a:cubicBezTo>
                  <a:pt x="182840" y="285837"/>
                  <a:pt x="204169" y="273587"/>
                  <a:pt x="204169" y="258614"/>
                </a:cubicBezTo>
                <a:lnTo>
                  <a:pt x="272225" y="258614"/>
                </a:lnTo>
                <a:lnTo>
                  <a:pt x="272225" y="104357"/>
                </a:lnTo>
                <a:cubicBezTo>
                  <a:pt x="272225" y="91826"/>
                  <a:pt x="262067" y="81667"/>
                  <a:pt x="249535" y="81667"/>
                </a:cubicBezTo>
                <a:lnTo>
                  <a:pt x="231392" y="81667"/>
                </a:lnTo>
                <a:moveTo>
                  <a:pt x="204169" y="258614"/>
                </a:moveTo>
                <a:cubicBezTo>
                  <a:pt x="204169" y="273587"/>
                  <a:pt x="182840" y="285837"/>
                  <a:pt x="156529" y="285837"/>
                </a:cubicBezTo>
                <a:cubicBezTo>
                  <a:pt x="130219" y="285837"/>
                  <a:pt x="108890" y="273587"/>
                  <a:pt x="108890" y="258614"/>
                </a:cubicBezTo>
                <a:lnTo>
                  <a:pt x="0" y="258614"/>
                </a:lnTo>
                <a:cubicBezTo>
                  <a:pt x="8000" y="290611"/>
                  <a:pt x="36748" y="313058"/>
                  <a:pt x="69730" y="313059"/>
                </a:cubicBezTo>
                <a:lnTo>
                  <a:pt x="243329" y="313059"/>
                </a:lnTo>
                <a:cubicBezTo>
                  <a:pt x="276310" y="313058"/>
                  <a:pt x="305059" y="290611"/>
                  <a:pt x="313059" y="258614"/>
                </a:cubicBezTo>
                <a:close/>
                <a:moveTo>
                  <a:pt x="103786" y="202576"/>
                </a:moveTo>
                <a:lnTo>
                  <a:pt x="112565" y="199296"/>
                </a:lnTo>
                <a:cubicBezTo>
                  <a:pt x="154324" y="183752"/>
                  <a:pt x="190558" y="144483"/>
                  <a:pt x="190558" y="100723"/>
                </a:cubicBezTo>
                <a:lnTo>
                  <a:pt x="190558" y="30421"/>
                </a:lnTo>
                <a:cubicBezTo>
                  <a:pt x="190530" y="23906"/>
                  <a:pt x="186606" y="18041"/>
                  <a:pt x="180594" y="15530"/>
                </a:cubicBezTo>
                <a:cubicBezTo>
                  <a:pt x="153141" y="5491"/>
                  <a:pt x="124168" y="238"/>
                  <a:pt x="94938" y="0"/>
                </a:cubicBezTo>
                <a:cubicBezTo>
                  <a:pt x="65928" y="221"/>
                  <a:pt x="37176" y="5476"/>
                  <a:pt x="9963" y="15530"/>
                </a:cubicBezTo>
                <a:cubicBezTo>
                  <a:pt x="3951" y="18041"/>
                  <a:pt x="27" y="23906"/>
                  <a:pt x="0" y="30421"/>
                </a:cubicBezTo>
                <a:lnTo>
                  <a:pt x="0" y="100723"/>
                </a:lnTo>
                <a:cubicBezTo>
                  <a:pt x="0" y="144511"/>
                  <a:pt x="35539" y="183752"/>
                  <a:pt x="77298" y="199323"/>
                </a:cubicBezTo>
                <a:lnTo>
                  <a:pt x="86091" y="202604"/>
                </a:lnTo>
                <a:cubicBezTo>
                  <a:pt x="91801" y="204718"/>
                  <a:pt x="98082" y="204709"/>
                  <a:pt x="103786" y="202576"/>
                </a:cubicBezTo>
                <a:close/>
                <a:moveTo>
                  <a:pt x="95279" y="156529"/>
                </a:moveTo>
                <a:lnTo>
                  <a:pt x="95279" y="136112"/>
                </a:lnTo>
                <a:moveTo>
                  <a:pt x="122501" y="156529"/>
                </a:moveTo>
                <a:lnTo>
                  <a:pt x="122501" y="130981"/>
                </a:lnTo>
                <a:cubicBezTo>
                  <a:pt x="139259" y="123530"/>
                  <a:pt x="149966" y="106811"/>
                  <a:pt x="149724" y="88473"/>
                </a:cubicBezTo>
                <a:cubicBezTo>
                  <a:pt x="149724" y="58404"/>
                  <a:pt x="125348" y="34028"/>
                  <a:pt x="95279" y="34028"/>
                </a:cubicBezTo>
                <a:cubicBezTo>
                  <a:pt x="65209" y="34028"/>
                  <a:pt x="40833" y="58404"/>
                  <a:pt x="40833" y="88473"/>
                </a:cubicBezTo>
                <a:cubicBezTo>
                  <a:pt x="40593" y="106814"/>
                  <a:pt x="51298" y="123536"/>
                  <a:pt x="68056" y="130995"/>
                </a:cubicBezTo>
                <a:lnTo>
                  <a:pt x="68056" y="156529"/>
                </a:lnTo>
                <a:moveTo>
                  <a:pt x="108890" y="85070"/>
                </a:moveTo>
                <a:cubicBezTo>
                  <a:pt x="108890" y="83191"/>
                  <a:pt x="110413" y="81667"/>
                  <a:pt x="112293" y="81667"/>
                </a:cubicBezTo>
                <a:cubicBezTo>
                  <a:pt x="114172" y="81667"/>
                  <a:pt x="115696" y="83191"/>
                  <a:pt x="115696" y="85070"/>
                </a:cubicBezTo>
                <a:cubicBezTo>
                  <a:pt x="115696" y="86949"/>
                  <a:pt x="114172" y="88473"/>
                  <a:pt x="112293" y="88473"/>
                </a:cubicBezTo>
                <a:cubicBezTo>
                  <a:pt x="110413" y="88473"/>
                  <a:pt x="108890" y="86949"/>
                  <a:pt x="108890" y="85070"/>
                </a:cubicBezTo>
                <a:moveTo>
                  <a:pt x="74862" y="85070"/>
                </a:moveTo>
                <a:cubicBezTo>
                  <a:pt x="74862" y="83191"/>
                  <a:pt x="76385" y="81667"/>
                  <a:pt x="78264" y="81667"/>
                </a:cubicBezTo>
                <a:cubicBezTo>
                  <a:pt x="80144" y="81667"/>
                  <a:pt x="81667" y="83191"/>
                  <a:pt x="81667" y="85070"/>
                </a:cubicBezTo>
                <a:cubicBezTo>
                  <a:pt x="81667" y="86949"/>
                  <a:pt x="80144" y="88473"/>
                  <a:pt x="78264" y="88473"/>
                </a:cubicBezTo>
                <a:cubicBezTo>
                  <a:pt x="76385" y="88473"/>
                  <a:pt x="74862" y="86949"/>
                  <a:pt x="74862" y="85070"/>
                </a:cubicBezTo>
              </a:path>
            </a:pathLst>
          </a:custGeom>
          <a:noFill/>
          <a:ln w="13611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61252" y="4239800"/>
            <a:ext cx="294896" cy="288608"/>
          </a:xfrm>
          <a:custGeom>
            <a:avLst/>
            <a:gdLst/>
            <a:ahLst/>
            <a:cxnLst/>
            <a:rect l="0" t="0" r="0" b="0"/>
            <a:pathLst>
              <a:path w="294896" h="288608">
                <a:moveTo>
                  <a:pt x="29873" y="239063"/>
                </a:moveTo>
                <a:cubicBezTo>
                  <a:pt x="29873" y="266426"/>
                  <a:pt x="52055" y="288608"/>
                  <a:pt x="79418" y="288608"/>
                </a:cubicBezTo>
                <a:cubicBezTo>
                  <a:pt x="106781" y="288608"/>
                  <a:pt x="128963" y="266426"/>
                  <a:pt x="128963" y="239063"/>
                </a:cubicBezTo>
                <a:cubicBezTo>
                  <a:pt x="128963" y="211700"/>
                  <a:pt x="106781" y="189518"/>
                  <a:pt x="79418" y="189518"/>
                </a:cubicBezTo>
                <a:cubicBezTo>
                  <a:pt x="52055" y="189518"/>
                  <a:pt x="29873" y="211700"/>
                  <a:pt x="29873" y="239063"/>
                </a:cubicBezTo>
                <a:moveTo>
                  <a:pt x="165932" y="239063"/>
                </a:moveTo>
                <a:cubicBezTo>
                  <a:pt x="165932" y="266426"/>
                  <a:pt x="188114" y="288608"/>
                  <a:pt x="215477" y="288608"/>
                </a:cubicBezTo>
                <a:cubicBezTo>
                  <a:pt x="242840" y="288608"/>
                  <a:pt x="265022" y="266426"/>
                  <a:pt x="265022" y="239063"/>
                </a:cubicBezTo>
                <a:cubicBezTo>
                  <a:pt x="265022" y="211700"/>
                  <a:pt x="242840" y="189518"/>
                  <a:pt x="215477" y="189518"/>
                </a:cubicBezTo>
                <a:cubicBezTo>
                  <a:pt x="188114" y="189518"/>
                  <a:pt x="165932" y="211700"/>
                  <a:pt x="165932" y="239063"/>
                </a:cubicBezTo>
                <a:moveTo>
                  <a:pt x="129289" y="242495"/>
                </a:moveTo>
                <a:cubicBezTo>
                  <a:pt x="134911" y="240280"/>
                  <a:pt x="141037" y="239063"/>
                  <a:pt x="147447" y="239063"/>
                </a:cubicBezTo>
                <a:cubicBezTo>
                  <a:pt x="153857" y="239063"/>
                  <a:pt x="159983" y="240280"/>
                  <a:pt x="165606" y="242495"/>
                </a:cubicBezTo>
                <a:moveTo>
                  <a:pt x="54267" y="23427"/>
                </a:moveTo>
                <a:cubicBezTo>
                  <a:pt x="56158" y="9991"/>
                  <a:pt x="67655" y="0"/>
                  <a:pt x="81224" y="0"/>
                </a:cubicBezTo>
                <a:lnTo>
                  <a:pt x="213672" y="0"/>
                </a:lnTo>
                <a:cubicBezTo>
                  <a:pt x="227240" y="0"/>
                  <a:pt x="238737" y="9991"/>
                  <a:pt x="240628" y="23427"/>
                </a:cubicBezTo>
                <a:lnTo>
                  <a:pt x="257100" y="140437"/>
                </a:lnTo>
                <a:lnTo>
                  <a:pt x="37794" y="140437"/>
                </a:lnTo>
                <a:lnTo>
                  <a:pt x="54267" y="23427"/>
                </a:lnTo>
                <a:close/>
                <a:moveTo>
                  <a:pt x="0" y="140437"/>
                </a:moveTo>
                <a:lnTo>
                  <a:pt x="294896" y="140437"/>
                </a:lnTo>
              </a:path>
            </a:pathLst>
          </a:custGeom>
          <a:noFill/>
          <a:ln w="13611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94648" y="1482523"/>
            <a:ext cx="6354704" cy="1421447"/>
          </a:xfrm>
          <a:custGeom>
            <a:avLst/>
            <a:gdLst/>
            <a:ahLst/>
            <a:cxnLst/>
            <a:rect l="0" t="0" r="0" b="0"/>
            <a:pathLst>
              <a:path w="6354704" h="1421447">
                <a:moveTo>
                  <a:pt x="3428196" y="1254218"/>
                </a:moveTo>
                <a:lnTo>
                  <a:pt x="3135545" y="1128796"/>
                </a:lnTo>
                <a:lnTo>
                  <a:pt x="3177352" y="1003374"/>
                </a:lnTo>
                <a:lnTo>
                  <a:pt x="3010123" y="836145"/>
                </a:lnTo>
                <a:lnTo>
                  <a:pt x="3117630" y="752530"/>
                </a:lnTo>
                <a:lnTo>
                  <a:pt x="3386388" y="543494"/>
                </a:lnTo>
                <a:lnTo>
                  <a:pt x="3288538" y="119380"/>
                </a:lnTo>
                <a:lnTo>
                  <a:pt x="3655348" y="384027"/>
                </a:lnTo>
                <a:cubicBezTo>
                  <a:pt x="3702423" y="466861"/>
                  <a:pt x="3825365" y="668916"/>
                  <a:pt x="3825365" y="668916"/>
                </a:cubicBezTo>
                <a:lnTo>
                  <a:pt x="3951915" y="752530"/>
                </a:lnTo>
                <a:lnTo>
                  <a:pt x="4020465" y="797822"/>
                </a:lnTo>
                <a:lnTo>
                  <a:pt x="4131143" y="1083755"/>
                </a:lnTo>
                <a:cubicBezTo>
                  <a:pt x="4131143" y="1083755"/>
                  <a:pt x="4203720" y="1200175"/>
                  <a:pt x="4238358" y="1254218"/>
                </a:cubicBezTo>
                <a:lnTo>
                  <a:pt x="4336612" y="1254218"/>
                </a:lnTo>
                <a:lnTo>
                  <a:pt x="4209197" y="1053773"/>
                </a:lnTo>
                <a:lnTo>
                  <a:pt x="4097112" y="752530"/>
                </a:lnTo>
                <a:lnTo>
                  <a:pt x="3877624" y="602721"/>
                </a:lnTo>
                <a:lnTo>
                  <a:pt x="3719049" y="326877"/>
                </a:lnTo>
                <a:lnTo>
                  <a:pt x="3265976" y="0"/>
                </a:lnTo>
                <a:lnTo>
                  <a:pt x="3106029" y="248300"/>
                </a:lnTo>
                <a:lnTo>
                  <a:pt x="2889432" y="373101"/>
                </a:lnTo>
                <a:lnTo>
                  <a:pt x="2751538" y="668916"/>
                </a:lnTo>
                <a:lnTo>
                  <a:pt x="2710393" y="752530"/>
                </a:lnTo>
                <a:lnTo>
                  <a:pt x="2562186" y="1053773"/>
                </a:lnTo>
                <a:lnTo>
                  <a:pt x="2231692" y="1181752"/>
                </a:lnTo>
                <a:lnTo>
                  <a:pt x="2190143" y="1254218"/>
                </a:lnTo>
                <a:lnTo>
                  <a:pt x="2142190" y="1421447"/>
                </a:lnTo>
                <a:lnTo>
                  <a:pt x="4389742" y="1421447"/>
                </a:lnTo>
                <a:lnTo>
                  <a:pt x="4336598" y="1254218"/>
                </a:lnTo>
                <a:lnTo>
                  <a:pt x="4238358" y="1254218"/>
                </a:lnTo>
                <a:moveTo>
                  <a:pt x="2477429" y="752530"/>
                </a:moveTo>
                <a:lnTo>
                  <a:pt x="0" y="752530"/>
                </a:lnTo>
                <a:lnTo>
                  <a:pt x="0" y="1254218"/>
                </a:lnTo>
                <a:lnTo>
                  <a:pt x="1906453" y="1254218"/>
                </a:lnTo>
                <a:cubicBezTo>
                  <a:pt x="1911909" y="1249159"/>
                  <a:pt x="1917678" y="1244358"/>
                  <a:pt x="1923747" y="1239843"/>
                </a:cubicBezTo>
                <a:lnTo>
                  <a:pt x="1982493" y="1196119"/>
                </a:lnTo>
                <a:lnTo>
                  <a:pt x="2050353" y="1077777"/>
                </a:lnTo>
                <a:cubicBezTo>
                  <a:pt x="2074177" y="1036227"/>
                  <a:pt x="2111545" y="1004120"/>
                  <a:pt x="2156209" y="986818"/>
                </a:cubicBezTo>
                <a:lnTo>
                  <a:pt x="2410634" y="888299"/>
                </a:lnTo>
                <a:lnTo>
                  <a:pt x="2477429" y="752530"/>
                </a:lnTo>
                <a:moveTo>
                  <a:pt x="4586849" y="1254218"/>
                </a:moveTo>
                <a:lnTo>
                  <a:pt x="4396605" y="958717"/>
                </a:lnTo>
                <a:lnTo>
                  <a:pt x="4317394" y="752530"/>
                </a:lnTo>
                <a:lnTo>
                  <a:pt x="6354704" y="752530"/>
                </a:lnTo>
                <a:lnTo>
                  <a:pt x="6354704" y="1254218"/>
                </a:lnTo>
                <a:lnTo>
                  <a:pt x="4586849" y="1254218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94648" y="1482523"/>
            <a:ext cx="6354704" cy="1421447"/>
          </a:xfrm>
          <a:custGeom>
            <a:avLst/>
            <a:gdLst/>
            <a:ahLst/>
            <a:cxnLst/>
            <a:rect l="0" t="0" r="0" b="0"/>
            <a:pathLst>
              <a:path w="6354704" h="1421447">
                <a:moveTo>
                  <a:pt x="4097110" y="752530"/>
                </a:moveTo>
                <a:lnTo>
                  <a:pt x="3877622" y="602721"/>
                </a:lnTo>
                <a:lnTo>
                  <a:pt x="3719048" y="326877"/>
                </a:lnTo>
                <a:lnTo>
                  <a:pt x="3265979" y="0"/>
                </a:lnTo>
                <a:lnTo>
                  <a:pt x="3106031" y="248301"/>
                </a:lnTo>
                <a:lnTo>
                  <a:pt x="2889431" y="373099"/>
                </a:lnTo>
                <a:lnTo>
                  <a:pt x="2751541" y="668916"/>
                </a:lnTo>
                <a:lnTo>
                  <a:pt x="2751533" y="668916"/>
                </a:lnTo>
                <a:lnTo>
                  <a:pt x="2710395" y="752530"/>
                </a:lnTo>
                <a:moveTo>
                  <a:pt x="3117625" y="752530"/>
                </a:moveTo>
                <a:lnTo>
                  <a:pt x="3386387" y="543494"/>
                </a:lnTo>
                <a:lnTo>
                  <a:pt x="3288539" y="119379"/>
                </a:lnTo>
                <a:lnTo>
                  <a:pt x="3655350" y="384024"/>
                </a:lnTo>
                <a:cubicBezTo>
                  <a:pt x="3702420" y="466862"/>
                  <a:pt x="3825363" y="668916"/>
                  <a:pt x="3825363" y="668916"/>
                </a:cubicBezTo>
                <a:lnTo>
                  <a:pt x="3951914" y="752530"/>
                </a:lnTo>
                <a:moveTo>
                  <a:pt x="2477431" y="752530"/>
                </a:moveTo>
                <a:lnTo>
                  <a:pt x="0" y="752530"/>
                </a:lnTo>
                <a:lnTo>
                  <a:pt x="0" y="1254218"/>
                </a:lnTo>
                <a:lnTo>
                  <a:pt x="1906451" y="1254218"/>
                </a:lnTo>
                <a:cubicBezTo>
                  <a:pt x="1911911" y="1249161"/>
                  <a:pt x="1917679" y="1244361"/>
                  <a:pt x="1923747" y="1239844"/>
                </a:cubicBezTo>
                <a:lnTo>
                  <a:pt x="1982496" y="1196118"/>
                </a:lnTo>
                <a:lnTo>
                  <a:pt x="2050351" y="1077775"/>
                </a:lnTo>
                <a:cubicBezTo>
                  <a:pt x="2074175" y="1036225"/>
                  <a:pt x="2111545" y="1004117"/>
                  <a:pt x="2156209" y="986821"/>
                </a:cubicBezTo>
                <a:lnTo>
                  <a:pt x="2410635" y="888298"/>
                </a:lnTo>
                <a:close/>
                <a:moveTo>
                  <a:pt x="4586851" y="1254218"/>
                </a:moveTo>
                <a:lnTo>
                  <a:pt x="4396607" y="958714"/>
                </a:lnTo>
                <a:lnTo>
                  <a:pt x="4317391" y="752530"/>
                </a:lnTo>
                <a:lnTo>
                  <a:pt x="6354704" y="752530"/>
                </a:lnTo>
                <a:lnTo>
                  <a:pt x="6354704" y="1254218"/>
                </a:lnTo>
                <a:close/>
                <a:moveTo>
                  <a:pt x="4097112" y="752530"/>
                </a:moveTo>
                <a:lnTo>
                  <a:pt x="4209195" y="1053772"/>
                </a:lnTo>
                <a:lnTo>
                  <a:pt x="4336609" y="1254218"/>
                </a:lnTo>
                <a:moveTo>
                  <a:pt x="2190143" y="1254218"/>
                </a:moveTo>
                <a:lnTo>
                  <a:pt x="2231693" y="1181752"/>
                </a:lnTo>
                <a:lnTo>
                  <a:pt x="2562189" y="1053772"/>
                </a:lnTo>
                <a:lnTo>
                  <a:pt x="2710397" y="752530"/>
                </a:lnTo>
                <a:moveTo>
                  <a:pt x="3117627" y="752530"/>
                </a:moveTo>
                <a:lnTo>
                  <a:pt x="3010123" y="836145"/>
                </a:lnTo>
                <a:lnTo>
                  <a:pt x="3177352" y="1003374"/>
                </a:lnTo>
                <a:lnTo>
                  <a:pt x="3135545" y="1128796"/>
                </a:lnTo>
                <a:lnTo>
                  <a:pt x="3428196" y="1254218"/>
                </a:lnTo>
                <a:lnTo>
                  <a:pt x="4238361" y="1254218"/>
                </a:lnTo>
                <a:cubicBezTo>
                  <a:pt x="4203720" y="1200173"/>
                  <a:pt x="4131143" y="1083757"/>
                  <a:pt x="4131143" y="1083757"/>
                </a:cubicBezTo>
                <a:lnTo>
                  <a:pt x="4020465" y="797822"/>
                </a:lnTo>
                <a:lnTo>
                  <a:pt x="3951917" y="752530"/>
                </a:lnTo>
                <a:moveTo>
                  <a:pt x="4238348" y="1254218"/>
                </a:moveTo>
                <a:lnTo>
                  <a:pt x="3428182" y="1254218"/>
                </a:lnTo>
                <a:moveTo>
                  <a:pt x="2190130" y="1254218"/>
                </a:moveTo>
                <a:lnTo>
                  <a:pt x="2142187" y="1421447"/>
                </a:lnTo>
                <a:lnTo>
                  <a:pt x="4389745" y="1421447"/>
                </a:lnTo>
                <a:lnTo>
                  <a:pt x="4336595" y="1254218"/>
                </a:lnTo>
              </a:path>
            </a:pathLst>
          </a:custGeom>
          <a:noFill/>
          <a:ln w="104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27419" y="2903971"/>
            <a:ext cx="6689162" cy="6967"/>
          </a:xfrm>
          <a:custGeom>
            <a:avLst/>
            <a:gdLst/>
            <a:ahLst/>
            <a:cxnLst/>
            <a:rect l="0" t="0" r="0" b="0"/>
            <a:pathLst>
              <a:path w="6689162" h="6967">
                <a:moveTo>
                  <a:pt x="2313335" y="0"/>
                </a:moveTo>
                <a:lnTo>
                  <a:pt x="0" y="0"/>
                </a:lnTo>
                <a:moveTo>
                  <a:pt x="6689162" y="0"/>
                </a:moveTo>
                <a:lnTo>
                  <a:pt x="4556992" y="0"/>
                </a:lnTo>
              </a:path>
            </a:pathLst>
          </a:custGeom>
          <a:noFill/>
          <a:ln w="10451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94648" y="2903971"/>
            <a:ext cx="6354704" cy="836145"/>
          </a:xfrm>
          <a:custGeom>
            <a:avLst/>
            <a:gdLst/>
            <a:ahLst/>
            <a:cxnLst/>
            <a:rect l="0" t="0" r="0" b="0"/>
            <a:pathLst>
              <a:path w="6354704" h="836145">
                <a:moveTo>
                  <a:pt x="2047845" y="167229"/>
                </a:moveTo>
                <a:lnTo>
                  <a:pt x="2140671" y="0"/>
                </a:lnTo>
                <a:lnTo>
                  <a:pt x="4389756" y="0"/>
                </a:lnTo>
                <a:lnTo>
                  <a:pt x="4444286" y="167229"/>
                </a:lnTo>
                <a:lnTo>
                  <a:pt x="4570370" y="392786"/>
                </a:lnTo>
                <a:lnTo>
                  <a:pt x="4298247" y="752530"/>
                </a:lnTo>
                <a:lnTo>
                  <a:pt x="4221823" y="836145"/>
                </a:lnTo>
                <a:lnTo>
                  <a:pt x="2252568" y="836145"/>
                </a:lnTo>
                <a:lnTo>
                  <a:pt x="2223324" y="752530"/>
                </a:lnTo>
                <a:lnTo>
                  <a:pt x="2047852" y="167229"/>
                </a:lnTo>
                <a:moveTo>
                  <a:pt x="1839972" y="167229"/>
                </a:moveTo>
                <a:lnTo>
                  <a:pt x="0" y="167229"/>
                </a:lnTo>
                <a:lnTo>
                  <a:pt x="0" y="752530"/>
                </a:lnTo>
                <a:lnTo>
                  <a:pt x="1994171" y="752530"/>
                </a:lnTo>
                <a:lnTo>
                  <a:pt x="1849476" y="225369"/>
                </a:lnTo>
                <a:cubicBezTo>
                  <a:pt x="1844216" y="206200"/>
                  <a:pt x="1841080" y="186690"/>
                  <a:pt x="1839972" y="167229"/>
                </a:cubicBezTo>
                <a:moveTo>
                  <a:pt x="4577693" y="752530"/>
                </a:moveTo>
                <a:lnTo>
                  <a:pt x="4727398" y="553758"/>
                </a:lnTo>
                <a:cubicBezTo>
                  <a:pt x="4789022" y="471934"/>
                  <a:pt x="4796673" y="352358"/>
                  <a:pt x="4746128" y="260772"/>
                </a:cubicBezTo>
                <a:lnTo>
                  <a:pt x="4694510" y="167229"/>
                </a:lnTo>
                <a:lnTo>
                  <a:pt x="6354704" y="167229"/>
                </a:lnTo>
                <a:lnTo>
                  <a:pt x="6354704" y="752530"/>
                </a:lnTo>
                <a:lnTo>
                  <a:pt x="4577693" y="752530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94648" y="2903971"/>
            <a:ext cx="6354704" cy="836146"/>
          </a:xfrm>
          <a:custGeom>
            <a:avLst/>
            <a:gdLst/>
            <a:ahLst/>
            <a:cxnLst/>
            <a:rect l="0" t="0" r="0" b="0"/>
            <a:pathLst>
              <a:path w="6354704" h="836146">
                <a:moveTo>
                  <a:pt x="4298241" y="752530"/>
                </a:moveTo>
                <a:lnTo>
                  <a:pt x="4221822" y="836146"/>
                </a:lnTo>
                <a:lnTo>
                  <a:pt x="2252570" y="836146"/>
                </a:lnTo>
                <a:lnTo>
                  <a:pt x="2223324" y="752530"/>
                </a:lnTo>
                <a:moveTo>
                  <a:pt x="2047848" y="167229"/>
                </a:moveTo>
                <a:lnTo>
                  <a:pt x="2140668" y="0"/>
                </a:lnTo>
                <a:lnTo>
                  <a:pt x="4389758" y="0"/>
                </a:lnTo>
                <a:lnTo>
                  <a:pt x="4444286" y="167229"/>
                </a:lnTo>
                <a:moveTo>
                  <a:pt x="1839969" y="167229"/>
                </a:moveTo>
                <a:lnTo>
                  <a:pt x="0" y="167229"/>
                </a:lnTo>
                <a:lnTo>
                  <a:pt x="0" y="752530"/>
                </a:lnTo>
                <a:lnTo>
                  <a:pt x="1994175" y="752530"/>
                </a:lnTo>
                <a:lnTo>
                  <a:pt x="1849477" y="225371"/>
                </a:lnTo>
                <a:cubicBezTo>
                  <a:pt x="1844216" y="206201"/>
                  <a:pt x="1841083" y="186687"/>
                  <a:pt x="1839969" y="167229"/>
                </a:cubicBezTo>
                <a:close/>
                <a:moveTo>
                  <a:pt x="4577694" y="752530"/>
                </a:moveTo>
                <a:lnTo>
                  <a:pt x="4727399" y="553759"/>
                </a:lnTo>
                <a:cubicBezTo>
                  <a:pt x="4789025" y="471934"/>
                  <a:pt x="4796670" y="352355"/>
                  <a:pt x="4746131" y="260770"/>
                </a:cubicBezTo>
                <a:lnTo>
                  <a:pt x="4694513" y="167229"/>
                </a:lnTo>
                <a:lnTo>
                  <a:pt x="6354704" y="167229"/>
                </a:lnTo>
                <a:lnTo>
                  <a:pt x="6354704" y="752530"/>
                </a:lnTo>
                <a:lnTo>
                  <a:pt x="4577694" y="752530"/>
                </a:lnTo>
                <a:close/>
                <a:moveTo>
                  <a:pt x="2047853" y="167230"/>
                </a:moveTo>
                <a:lnTo>
                  <a:pt x="2223329" y="752530"/>
                </a:lnTo>
                <a:moveTo>
                  <a:pt x="4444291" y="167230"/>
                </a:moveTo>
                <a:lnTo>
                  <a:pt x="4570370" y="392784"/>
                </a:lnTo>
                <a:lnTo>
                  <a:pt x="4298245" y="752530"/>
                </a:lnTo>
              </a:path>
            </a:pathLst>
          </a:custGeom>
          <a:noFill/>
          <a:ln w="104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94648" y="3740117"/>
            <a:ext cx="6354704" cy="668916"/>
          </a:xfrm>
          <a:custGeom>
            <a:avLst/>
            <a:gdLst/>
            <a:ahLst/>
            <a:cxnLst/>
            <a:rect l="0" t="0" r="0" b="0"/>
            <a:pathLst>
              <a:path w="6354704" h="668916">
                <a:moveTo>
                  <a:pt x="3953253" y="585301"/>
                </a:moveTo>
                <a:lnTo>
                  <a:pt x="3921960" y="668916"/>
                </a:lnTo>
                <a:lnTo>
                  <a:pt x="2439182" y="668916"/>
                </a:lnTo>
                <a:lnTo>
                  <a:pt x="2424194" y="585301"/>
                </a:lnTo>
                <a:lnTo>
                  <a:pt x="2381676" y="348017"/>
                </a:lnTo>
                <a:lnTo>
                  <a:pt x="2283283" y="83614"/>
                </a:lnTo>
                <a:lnTo>
                  <a:pt x="2252178" y="0"/>
                </a:lnTo>
                <a:lnTo>
                  <a:pt x="4223279" y="0"/>
                </a:lnTo>
                <a:lnTo>
                  <a:pt x="4149378" y="83614"/>
                </a:lnTo>
                <a:lnTo>
                  <a:pt x="4008223" y="438411"/>
                </a:lnTo>
                <a:lnTo>
                  <a:pt x="3953260" y="585301"/>
                </a:lnTo>
                <a:moveTo>
                  <a:pt x="2060638" y="83614"/>
                </a:moveTo>
                <a:lnTo>
                  <a:pt x="0" y="83614"/>
                </a:lnTo>
                <a:lnTo>
                  <a:pt x="0" y="585301"/>
                </a:lnTo>
                <a:lnTo>
                  <a:pt x="2211695" y="585301"/>
                </a:lnTo>
                <a:lnTo>
                  <a:pt x="2179182" y="403175"/>
                </a:lnTo>
                <a:lnTo>
                  <a:pt x="2060638" y="83614"/>
                </a:lnTo>
                <a:moveTo>
                  <a:pt x="4176448" y="585301"/>
                </a:moveTo>
                <a:lnTo>
                  <a:pt x="4203999" y="511672"/>
                </a:lnTo>
                <a:cubicBezTo>
                  <a:pt x="4204243" y="511024"/>
                  <a:pt x="4204480" y="510376"/>
                  <a:pt x="4204717" y="509728"/>
                </a:cubicBezTo>
                <a:lnTo>
                  <a:pt x="4304476" y="234866"/>
                </a:lnTo>
                <a:lnTo>
                  <a:pt x="4381945" y="134661"/>
                </a:lnTo>
                <a:lnTo>
                  <a:pt x="4428595" y="83614"/>
                </a:lnTo>
                <a:lnTo>
                  <a:pt x="6354704" y="83614"/>
                </a:lnTo>
                <a:lnTo>
                  <a:pt x="6354704" y="585301"/>
                </a:lnTo>
                <a:lnTo>
                  <a:pt x="4176448" y="585301"/>
                </a:ln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4648" y="3740117"/>
            <a:ext cx="6354704" cy="668918"/>
          </a:xfrm>
          <a:custGeom>
            <a:avLst/>
            <a:gdLst/>
            <a:ahLst/>
            <a:cxnLst/>
            <a:rect l="0" t="0" r="0" b="0"/>
            <a:pathLst>
              <a:path w="6354704" h="668918">
                <a:moveTo>
                  <a:pt x="4149377" y="83612"/>
                </a:moveTo>
                <a:lnTo>
                  <a:pt x="4223278" y="0"/>
                </a:lnTo>
                <a:lnTo>
                  <a:pt x="2252176" y="0"/>
                </a:lnTo>
                <a:lnTo>
                  <a:pt x="2283291" y="83612"/>
                </a:lnTo>
                <a:moveTo>
                  <a:pt x="2060636" y="83614"/>
                </a:moveTo>
                <a:lnTo>
                  <a:pt x="0" y="83614"/>
                </a:lnTo>
                <a:lnTo>
                  <a:pt x="0" y="585301"/>
                </a:lnTo>
                <a:lnTo>
                  <a:pt x="2211694" y="585301"/>
                </a:lnTo>
                <a:lnTo>
                  <a:pt x="2179183" y="403172"/>
                </a:lnTo>
                <a:lnTo>
                  <a:pt x="2060636" y="83614"/>
                </a:lnTo>
                <a:close/>
                <a:moveTo>
                  <a:pt x="4176448" y="585301"/>
                </a:moveTo>
                <a:lnTo>
                  <a:pt x="4204001" y="511670"/>
                </a:lnTo>
                <a:cubicBezTo>
                  <a:pt x="4204244" y="511023"/>
                  <a:pt x="4204483" y="510375"/>
                  <a:pt x="4204718" y="509725"/>
                </a:cubicBezTo>
                <a:lnTo>
                  <a:pt x="4304478" y="234864"/>
                </a:lnTo>
                <a:lnTo>
                  <a:pt x="4381941" y="134661"/>
                </a:lnTo>
                <a:lnTo>
                  <a:pt x="4428595" y="83614"/>
                </a:lnTo>
                <a:lnTo>
                  <a:pt x="6354704" y="83614"/>
                </a:lnTo>
                <a:lnTo>
                  <a:pt x="6354704" y="585301"/>
                </a:lnTo>
                <a:lnTo>
                  <a:pt x="4176448" y="585301"/>
                </a:lnTo>
                <a:close/>
                <a:moveTo>
                  <a:pt x="4149371" y="83614"/>
                </a:moveTo>
                <a:lnTo>
                  <a:pt x="4008224" y="438413"/>
                </a:lnTo>
                <a:lnTo>
                  <a:pt x="3953257" y="585301"/>
                </a:lnTo>
                <a:moveTo>
                  <a:pt x="2283285" y="83614"/>
                </a:moveTo>
                <a:lnTo>
                  <a:pt x="2381678" y="348019"/>
                </a:lnTo>
                <a:lnTo>
                  <a:pt x="2424199" y="585301"/>
                </a:lnTo>
                <a:moveTo>
                  <a:pt x="2424195" y="585301"/>
                </a:moveTo>
                <a:lnTo>
                  <a:pt x="2439179" y="668918"/>
                </a:lnTo>
                <a:lnTo>
                  <a:pt x="3921963" y="668918"/>
                </a:lnTo>
                <a:lnTo>
                  <a:pt x="3953253" y="585301"/>
                </a:lnTo>
              </a:path>
            </a:pathLst>
          </a:custGeom>
          <a:noFill/>
          <a:ln w="104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4648" y="4409033"/>
            <a:ext cx="6354704" cy="668916"/>
          </a:xfrm>
          <a:custGeom>
            <a:avLst/>
            <a:gdLst/>
            <a:ahLst/>
            <a:cxnLst/>
            <a:rect l="0" t="0" r="0" b="0"/>
            <a:pathLst>
              <a:path w="6354704" h="668916">
                <a:moveTo>
                  <a:pt x="3923744" y="0"/>
                </a:moveTo>
                <a:lnTo>
                  <a:pt x="3911376" y="84450"/>
                </a:lnTo>
                <a:lnTo>
                  <a:pt x="2452707" y="83614"/>
                </a:lnTo>
                <a:lnTo>
                  <a:pt x="2438973" y="0"/>
                </a:lnTo>
                <a:lnTo>
                  <a:pt x="3923744" y="0"/>
                </a:lnTo>
                <a:moveTo>
                  <a:pt x="3831029" y="585301"/>
                </a:moveTo>
                <a:lnTo>
                  <a:pt x="3911362" y="84450"/>
                </a:lnTo>
                <a:lnTo>
                  <a:pt x="2452693" y="83614"/>
                </a:lnTo>
                <a:lnTo>
                  <a:pt x="2592050" y="498203"/>
                </a:lnTo>
                <a:lnTo>
                  <a:pt x="2591583" y="585301"/>
                </a:lnTo>
                <a:lnTo>
                  <a:pt x="2592050" y="585301"/>
                </a:lnTo>
                <a:lnTo>
                  <a:pt x="2592050" y="668916"/>
                </a:lnTo>
                <a:lnTo>
                  <a:pt x="3817839" y="668916"/>
                </a:lnTo>
                <a:lnTo>
                  <a:pt x="3831496" y="585301"/>
                </a:lnTo>
                <a:lnTo>
                  <a:pt x="3831029" y="585301"/>
                </a:lnTo>
                <a:moveTo>
                  <a:pt x="2270141" y="196598"/>
                </a:moveTo>
                <a:cubicBezTo>
                  <a:pt x="2257752" y="174440"/>
                  <a:pt x="2249391" y="150011"/>
                  <a:pt x="2245698" y="124418"/>
                </a:cubicBezTo>
                <a:lnTo>
                  <a:pt x="2239817" y="83614"/>
                </a:lnTo>
                <a:lnTo>
                  <a:pt x="0" y="83614"/>
                </a:lnTo>
                <a:lnTo>
                  <a:pt x="0" y="585301"/>
                </a:lnTo>
                <a:lnTo>
                  <a:pt x="2383014" y="585301"/>
                </a:lnTo>
                <a:lnTo>
                  <a:pt x="2383014" y="532394"/>
                </a:lnTo>
                <a:lnTo>
                  <a:pt x="2270141" y="196598"/>
                </a:lnTo>
                <a:moveTo>
                  <a:pt x="4042449" y="585301"/>
                </a:moveTo>
                <a:lnTo>
                  <a:pt x="6354704" y="585301"/>
                </a:lnTo>
                <a:lnTo>
                  <a:pt x="6354704" y="83614"/>
                </a:lnTo>
                <a:lnTo>
                  <a:pt x="4122754" y="83614"/>
                </a:lnTo>
                <a:lnTo>
                  <a:pt x="4118197" y="114740"/>
                </a:lnTo>
                <a:cubicBezTo>
                  <a:pt x="4118064" y="115652"/>
                  <a:pt x="4117925" y="116565"/>
                  <a:pt x="4117779" y="117485"/>
                </a:cubicBezTo>
                <a:lnTo>
                  <a:pt x="4042449" y="585301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94648" y="4409033"/>
            <a:ext cx="6354704" cy="668916"/>
          </a:xfrm>
          <a:custGeom>
            <a:avLst/>
            <a:gdLst/>
            <a:ahLst/>
            <a:cxnLst/>
            <a:rect l="0" t="0" r="0" b="0"/>
            <a:pathLst>
              <a:path w="6354704" h="668916">
                <a:moveTo>
                  <a:pt x="2452706" y="83614"/>
                </a:moveTo>
                <a:lnTo>
                  <a:pt x="2438975" y="0"/>
                </a:lnTo>
                <a:lnTo>
                  <a:pt x="3923744" y="0"/>
                </a:lnTo>
                <a:lnTo>
                  <a:pt x="3911378" y="84452"/>
                </a:lnTo>
                <a:moveTo>
                  <a:pt x="2270143" y="196598"/>
                </a:moveTo>
                <a:cubicBezTo>
                  <a:pt x="2257753" y="174439"/>
                  <a:pt x="2249391" y="150008"/>
                  <a:pt x="2245701" y="124419"/>
                </a:cubicBezTo>
                <a:lnTo>
                  <a:pt x="2239818" y="83614"/>
                </a:lnTo>
                <a:lnTo>
                  <a:pt x="0" y="83614"/>
                </a:lnTo>
                <a:lnTo>
                  <a:pt x="0" y="585301"/>
                </a:lnTo>
                <a:lnTo>
                  <a:pt x="2383015" y="585301"/>
                </a:lnTo>
                <a:lnTo>
                  <a:pt x="2383015" y="532395"/>
                </a:lnTo>
                <a:lnTo>
                  <a:pt x="2270143" y="196598"/>
                </a:lnTo>
                <a:close/>
                <a:moveTo>
                  <a:pt x="4042918" y="585301"/>
                </a:moveTo>
                <a:lnTo>
                  <a:pt x="6354704" y="585301"/>
                </a:lnTo>
                <a:lnTo>
                  <a:pt x="6354704" y="83614"/>
                </a:lnTo>
                <a:lnTo>
                  <a:pt x="4122754" y="83614"/>
                </a:lnTo>
                <a:lnTo>
                  <a:pt x="4118197" y="114738"/>
                </a:lnTo>
                <a:cubicBezTo>
                  <a:pt x="4118063" y="115653"/>
                  <a:pt x="4117923" y="116568"/>
                  <a:pt x="4117776" y="117482"/>
                </a:cubicBezTo>
                <a:lnTo>
                  <a:pt x="4042918" y="585301"/>
                </a:lnTo>
                <a:close/>
                <a:moveTo>
                  <a:pt x="2452693" y="83614"/>
                </a:moveTo>
                <a:lnTo>
                  <a:pt x="2592050" y="498203"/>
                </a:lnTo>
                <a:lnTo>
                  <a:pt x="2592050" y="585301"/>
                </a:lnTo>
                <a:moveTo>
                  <a:pt x="3831499" y="585301"/>
                </a:moveTo>
                <a:lnTo>
                  <a:pt x="3911364" y="84452"/>
                </a:lnTo>
                <a:moveTo>
                  <a:pt x="2592050" y="585301"/>
                </a:moveTo>
                <a:lnTo>
                  <a:pt x="2592050" y="668916"/>
                </a:lnTo>
                <a:lnTo>
                  <a:pt x="3817841" y="668916"/>
                </a:lnTo>
                <a:lnTo>
                  <a:pt x="3831499" y="585301"/>
                </a:lnTo>
              </a:path>
            </a:pathLst>
          </a:custGeom>
          <a:noFill/>
          <a:ln w="104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94648" y="5077949"/>
            <a:ext cx="6354704" cy="836145"/>
          </a:xfrm>
          <a:custGeom>
            <a:avLst/>
            <a:gdLst/>
            <a:ahLst/>
            <a:cxnLst/>
            <a:rect l="0" t="0" r="0" b="0"/>
            <a:pathLst>
              <a:path w="6354704" h="836145">
                <a:moveTo>
                  <a:pt x="2992543" y="668916"/>
                </a:moveTo>
                <a:lnTo>
                  <a:pt x="3177338" y="836145"/>
                </a:lnTo>
                <a:lnTo>
                  <a:pt x="3408288" y="668916"/>
                </a:lnTo>
                <a:lnTo>
                  <a:pt x="3513204" y="380327"/>
                </a:lnTo>
                <a:lnTo>
                  <a:pt x="3804461" y="83614"/>
                </a:lnTo>
                <a:lnTo>
                  <a:pt x="3817839" y="0"/>
                </a:lnTo>
                <a:lnTo>
                  <a:pt x="2592050" y="0"/>
                </a:lnTo>
                <a:lnTo>
                  <a:pt x="2592050" y="83614"/>
                </a:lnTo>
                <a:lnTo>
                  <a:pt x="2675665" y="282777"/>
                </a:lnTo>
                <a:lnTo>
                  <a:pt x="2992557" y="668916"/>
                </a:lnTo>
                <a:moveTo>
                  <a:pt x="2383014" y="83614"/>
                </a:moveTo>
                <a:lnTo>
                  <a:pt x="0" y="83614"/>
                </a:lnTo>
                <a:lnTo>
                  <a:pt x="0" y="668916"/>
                </a:lnTo>
                <a:lnTo>
                  <a:pt x="2748026" y="668916"/>
                </a:lnTo>
                <a:lnTo>
                  <a:pt x="2542502" y="470770"/>
                </a:lnTo>
                <a:cubicBezTo>
                  <a:pt x="2519605" y="448696"/>
                  <a:pt x="2501001" y="421173"/>
                  <a:pt x="2487936" y="390054"/>
                </a:cubicBezTo>
                <a:lnTo>
                  <a:pt x="2404322" y="190885"/>
                </a:lnTo>
                <a:cubicBezTo>
                  <a:pt x="2390072" y="156944"/>
                  <a:pt x="2383014" y="120230"/>
                  <a:pt x="2383014" y="83614"/>
                </a:cubicBezTo>
                <a:moveTo>
                  <a:pt x="3629316" y="668916"/>
                </a:moveTo>
                <a:lnTo>
                  <a:pt x="6354704" y="668916"/>
                </a:lnTo>
                <a:lnTo>
                  <a:pt x="6354704" y="83614"/>
                </a:lnTo>
                <a:lnTo>
                  <a:pt x="4013511" y="83614"/>
                </a:lnTo>
                <a:cubicBezTo>
                  <a:pt x="4013511" y="162936"/>
                  <a:pt x="3980233" y="239193"/>
                  <a:pt x="3921821" y="285425"/>
                </a:cubicBezTo>
                <a:lnTo>
                  <a:pt x="3658790" y="559806"/>
                </a:lnTo>
                <a:lnTo>
                  <a:pt x="3629316" y="668916"/>
                </a:ln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94648" y="5077949"/>
            <a:ext cx="6354704" cy="836145"/>
          </a:xfrm>
          <a:custGeom>
            <a:avLst/>
            <a:gdLst/>
            <a:ahLst/>
            <a:cxnLst/>
            <a:rect l="0" t="0" r="0" b="0"/>
            <a:pathLst>
              <a:path w="6354704" h="836145">
                <a:moveTo>
                  <a:pt x="2383014" y="83614"/>
                </a:moveTo>
                <a:lnTo>
                  <a:pt x="0" y="83614"/>
                </a:lnTo>
                <a:lnTo>
                  <a:pt x="0" y="668916"/>
                </a:lnTo>
                <a:lnTo>
                  <a:pt x="2748024" y="668916"/>
                </a:lnTo>
                <a:lnTo>
                  <a:pt x="2542504" y="470770"/>
                </a:lnTo>
                <a:cubicBezTo>
                  <a:pt x="2519606" y="448694"/>
                  <a:pt x="2501004" y="421176"/>
                  <a:pt x="2487937" y="390052"/>
                </a:cubicBezTo>
                <a:lnTo>
                  <a:pt x="2404323" y="190887"/>
                </a:lnTo>
                <a:cubicBezTo>
                  <a:pt x="2390074" y="156946"/>
                  <a:pt x="2383012" y="120232"/>
                  <a:pt x="2383014" y="83614"/>
                </a:cubicBezTo>
                <a:close/>
                <a:moveTo>
                  <a:pt x="3629319" y="668916"/>
                </a:moveTo>
                <a:lnTo>
                  <a:pt x="6354704" y="668916"/>
                </a:lnTo>
                <a:lnTo>
                  <a:pt x="6354704" y="83614"/>
                </a:lnTo>
                <a:lnTo>
                  <a:pt x="4013513" y="83614"/>
                </a:lnTo>
                <a:cubicBezTo>
                  <a:pt x="4013508" y="162933"/>
                  <a:pt x="3980232" y="239194"/>
                  <a:pt x="3921819" y="285428"/>
                </a:cubicBezTo>
                <a:lnTo>
                  <a:pt x="3658788" y="559803"/>
                </a:lnTo>
                <a:lnTo>
                  <a:pt x="3629319" y="668916"/>
                </a:lnTo>
                <a:close/>
                <a:moveTo>
                  <a:pt x="2592050" y="83614"/>
                </a:moveTo>
                <a:lnTo>
                  <a:pt x="2675665" y="282779"/>
                </a:lnTo>
                <a:lnTo>
                  <a:pt x="2992556" y="668916"/>
                </a:lnTo>
                <a:moveTo>
                  <a:pt x="3804461" y="83614"/>
                </a:moveTo>
                <a:lnTo>
                  <a:pt x="3513204" y="380330"/>
                </a:lnTo>
                <a:lnTo>
                  <a:pt x="3408304" y="668916"/>
                </a:lnTo>
                <a:moveTo>
                  <a:pt x="2592050" y="83614"/>
                </a:moveTo>
                <a:lnTo>
                  <a:pt x="2592050" y="0"/>
                </a:lnTo>
                <a:lnTo>
                  <a:pt x="3817841" y="0"/>
                </a:lnTo>
                <a:lnTo>
                  <a:pt x="3804461" y="83614"/>
                </a:lnTo>
                <a:moveTo>
                  <a:pt x="2992540" y="668916"/>
                </a:moveTo>
                <a:lnTo>
                  <a:pt x="3177336" y="836145"/>
                </a:lnTo>
                <a:lnTo>
                  <a:pt x="3408288" y="668916"/>
                </a:lnTo>
              </a:path>
            </a:pathLst>
          </a:custGeom>
          <a:noFill/>
          <a:ln w="104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6217" y="2373715"/>
            <a:ext cx="855564" cy="292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Web apps are
frequent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0271" y="2427368"/>
            <a:ext cx="876823" cy="2048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Cyberattacks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104" y="3188958"/>
            <a:ext cx="839712" cy="4389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Enforces
accountability in
digital apps.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2199" y="3305321"/>
            <a:ext cx="711510" cy="2048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Cyber 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5609" y="943906"/>
            <a:ext cx="4172804" cy="243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Shantell Sans"/>
              </a:rPr>
              <a:t>Web app security is more than meets the eye.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2199" y="4016045"/>
            <a:ext cx="836932" cy="2048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MERN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7077" y="3962392"/>
            <a:ext cx="1074711" cy="292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Widely used web app
technology.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1155" y="5279321"/>
            <a:ext cx="1080627" cy="4389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Countermeasures
against common web
attacks.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2199" y="4684961"/>
            <a:ext cx="993271" cy="2048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Attack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7462" y="4631308"/>
            <a:ext cx="1084376" cy="292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Shantell Sans"/>
              </a:rPr>
              <a:t>OWASP Top 10 attack
vulnerabilities.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2199" y="5312070"/>
            <a:ext cx="825951" cy="4097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Defense
Mechanisms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78263" y="2318669"/>
            <a:ext cx="320522" cy="320522"/>
          </a:xfrm>
          <a:custGeom>
            <a:avLst/>
            <a:gdLst/>
            <a:ahLst/>
            <a:cxnLst/>
            <a:rect l="0" t="0" r="0" b="0"/>
            <a:pathLst>
              <a:path w="320522" h="320522">
                <a:moveTo>
                  <a:pt x="167229" y="13935"/>
                </a:moveTo>
                <a:lnTo>
                  <a:pt x="167229" y="55743"/>
                </a:lnTo>
                <a:moveTo>
                  <a:pt x="167229" y="278715"/>
                </a:moveTo>
                <a:lnTo>
                  <a:pt x="167229" y="320522"/>
                </a:lnTo>
                <a:moveTo>
                  <a:pt x="320522" y="167229"/>
                </a:moveTo>
                <a:lnTo>
                  <a:pt x="278715" y="167229"/>
                </a:lnTo>
                <a:moveTo>
                  <a:pt x="55743" y="167229"/>
                </a:moveTo>
                <a:lnTo>
                  <a:pt x="13935" y="167229"/>
                </a:lnTo>
                <a:moveTo>
                  <a:pt x="34839" y="167229"/>
                </a:moveTo>
                <a:cubicBezTo>
                  <a:pt x="34839" y="240345"/>
                  <a:pt x="94112" y="299618"/>
                  <a:pt x="167229" y="299618"/>
                </a:cubicBezTo>
                <a:cubicBezTo>
                  <a:pt x="240345" y="299618"/>
                  <a:pt x="299618" y="240345"/>
                  <a:pt x="299618" y="167229"/>
                </a:cubicBezTo>
                <a:cubicBezTo>
                  <a:pt x="299618" y="94112"/>
                  <a:pt x="240345" y="34839"/>
                  <a:pt x="167229" y="34839"/>
                </a:cubicBezTo>
                <a:cubicBezTo>
                  <a:pt x="94112" y="34839"/>
                  <a:pt x="34839" y="94112"/>
                  <a:pt x="34839" y="167229"/>
                </a:cubicBezTo>
                <a:moveTo>
                  <a:pt x="0" y="0"/>
                </a:moveTo>
                <a:moveTo>
                  <a:pt x="97550" y="139357"/>
                </a:moveTo>
                <a:lnTo>
                  <a:pt x="167229" y="97550"/>
                </a:lnTo>
                <a:lnTo>
                  <a:pt x="236907" y="139357"/>
                </a:lnTo>
                <a:lnTo>
                  <a:pt x="236907" y="160261"/>
                </a:lnTo>
                <a:lnTo>
                  <a:pt x="97550" y="160261"/>
                </a:lnTo>
                <a:close/>
                <a:moveTo>
                  <a:pt x="236907" y="229939"/>
                </a:moveTo>
                <a:lnTo>
                  <a:pt x="97550" y="229939"/>
                </a:lnTo>
                <a:moveTo>
                  <a:pt x="111486" y="229939"/>
                </a:moveTo>
                <a:lnTo>
                  <a:pt x="111486" y="160261"/>
                </a:lnTo>
                <a:moveTo>
                  <a:pt x="222972" y="229939"/>
                </a:moveTo>
                <a:lnTo>
                  <a:pt x="222972" y="160261"/>
                </a:lnTo>
                <a:moveTo>
                  <a:pt x="146325" y="229939"/>
                </a:moveTo>
                <a:lnTo>
                  <a:pt x="146325" y="160261"/>
                </a:lnTo>
                <a:moveTo>
                  <a:pt x="188132" y="229939"/>
                </a:moveTo>
                <a:lnTo>
                  <a:pt x="188132" y="160261"/>
                </a:lnTo>
              </a:path>
            </a:pathLst>
          </a:custGeom>
          <a:noFill/>
          <a:ln w="10451">
            <a:solidFill>
              <a:srgbClr val="E557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11739" y="3203589"/>
            <a:ext cx="320522" cy="320522"/>
          </a:xfrm>
          <a:custGeom>
            <a:avLst/>
            <a:gdLst/>
            <a:ahLst/>
            <a:cxnLst/>
            <a:rect l="0" t="0" r="0" b="0"/>
            <a:pathLst>
              <a:path w="320522" h="320522">
                <a:moveTo>
                  <a:pt x="90582" y="289166"/>
                </a:moveTo>
                <a:cubicBezTo>
                  <a:pt x="88658" y="289166"/>
                  <a:pt x="87098" y="290726"/>
                  <a:pt x="87098" y="292650"/>
                </a:cubicBezTo>
                <a:lnTo>
                  <a:pt x="87098" y="292650"/>
                </a:lnTo>
                <a:cubicBezTo>
                  <a:pt x="87098" y="294575"/>
                  <a:pt x="88658" y="296134"/>
                  <a:pt x="90582" y="296134"/>
                </a:cubicBezTo>
                <a:lnTo>
                  <a:pt x="90582" y="296134"/>
                </a:lnTo>
                <a:cubicBezTo>
                  <a:pt x="92506" y="296134"/>
                  <a:pt x="94066" y="294575"/>
                  <a:pt x="94066" y="292650"/>
                </a:cubicBezTo>
                <a:lnTo>
                  <a:pt x="94066" y="292650"/>
                </a:lnTo>
                <a:cubicBezTo>
                  <a:pt x="94066" y="290726"/>
                  <a:pt x="92506" y="289166"/>
                  <a:pt x="90582" y="289166"/>
                </a:cubicBezTo>
                <a:moveTo>
                  <a:pt x="90582" y="289166"/>
                </a:moveTo>
                <a:lnTo>
                  <a:pt x="90582" y="289166"/>
                </a:lnTo>
                <a:moveTo>
                  <a:pt x="90582" y="181164"/>
                </a:moveTo>
                <a:lnTo>
                  <a:pt x="90582" y="160261"/>
                </a:lnTo>
                <a:moveTo>
                  <a:pt x="62710" y="181164"/>
                </a:moveTo>
                <a:lnTo>
                  <a:pt x="62710" y="155021"/>
                </a:lnTo>
                <a:cubicBezTo>
                  <a:pt x="45553" y="147385"/>
                  <a:pt x="34592" y="130264"/>
                  <a:pt x="34839" y="111486"/>
                </a:cubicBezTo>
                <a:cubicBezTo>
                  <a:pt x="34839" y="80700"/>
                  <a:pt x="59796" y="55743"/>
                  <a:pt x="90582" y="55743"/>
                </a:cubicBezTo>
                <a:cubicBezTo>
                  <a:pt x="121368" y="55743"/>
                  <a:pt x="146325" y="80700"/>
                  <a:pt x="146325" y="111486"/>
                </a:cubicBezTo>
                <a:cubicBezTo>
                  <a:pt x="146573" y="130261"/>
                  <a:pt x="135611" y="147378"/>
                  <a:pt x="118453" y="155007"/>
                </a:cubicBezTo>
                <a:lnTo>
                  <a:pt x="118453" y="181164"/>
                </a:lnTo>
                <a:moveTo>
                  <a:pt x="104518" y="108002"/>
                </a:moveTo>
                <a:cubicBezTo>
                  <a:pt x="104518" y="106077"/>
                  <a:pt x="106077" y="104518"/>
                  <a:pt x="108002" y="104518"/>
                </a:cubicBezTo>
                <a:cubicBezTo>
                  <a:pt x="109926" y="104518"/>
                  <a:pt x="111486" y="106077"/>
                  <a:pt x="111486" y="108002"/>
                </a:cubicBezTo>
                <a:cubicBezTo>
                  <a:pt x="111486" y="109926"/>
                  <a:pt x="109926" y="111486"/>
                  <a:pt x="108002" y="111486"/>
                </a:cubicBezTo>
                <a:cubicBezTo>
                  <a:pt x="106077" y="111486"/>
                  <a:pt x="104518" y="109926"/>
                  <a:pt x="104518" y="108002"/>
                </a:cubicBezTo>
                <a:moveTo>
                  <a:pt x="69678" y="108002"/>
                </a:moveTo>
                <a:cubicBezTo>
                  <a:pt x="69678" y="106077"/>
                  <a:pt x="71238" y="104518"/>
                  <a:pt x="73162" y="104518"/>
                </a:cubicBezTo>
                <a:cubicBezTo>
                  <a:pt x="75086" y="104518"/>
                  <a:pt x="76646" y="106077"/>
                  <a:pt x="76646" y="108002"/>
                </a:cubicBezTo>
                <a:cubicBezTo>
                  <a:pt x="76646" y="109926"/>
                  <a:pt x="75086" y="111486"/>
                  <a:pt x="73162" y="111486"/>
                </a:cubicBezTo>
                <a:cubicBezTo>
                  <a:pt x="71238" y="111486"/>
                  <a:pt x="69678" y="109926"/>
                  <a:pt x="69678" y="108002"/>
                </a:cubicBezTo>
                <a:moveTo>
                  <a:pt x="153293" y="236907"/>
                </a:moveTo>
                <a:cubicBezTo>
                  <a:pt x="153293" y="283086"/>
                  <a:pt x="190728" y="320522"/>
                  <a:pt x="236907" y="320522"/>
                </a:cubicBezTo>
                <a:cubicBezTo>
                  <a:pt x="283086" y="320522"/>
                  <a:pt x="320522" y="283086"/>
                  <a:pt x="320522" y="236907"/>
                </a:cubicBezTo>
                <a:cubicBezTo>
                  <a:pt x="320522" y="190728"/>
                  <a:pt x="283086" y="153293"/>
                  <a:pt x="236907" y="153293"/>
                </a:cubicBezTo>
                <a:cubicBezTo>
                  <a:pt x="190728" y="153293"/>
                  <a:pt x="153293" y="190728"/>
                  <a:pt x="153293" y="236907"/>
                </a:cubicBezTo>
                <a:moveTo>
                  <a:pt x="209036" y="236907"/>
                </a:moveTo>
                <a:cubicBezTo>
                  <a:pt x="209036" y="221514"/>
                  <a:pt x="221514" y="209036"/>
                  <a:pt x="236907" y="209036"/>
                </a:cubicBezTo>
                <a:cubicBezTo>
                  <a:pt x="252300" y="209036"/>
                  <a:pt x="264779" y="221514"/>
                  <a:pt x="264779" y="236907"/>
                </a:cubicBezTo>
                <a:cubicBezTo>
                  <a:pt x="264779" y="252300"/>
                  <a:pt x="252300" y="264779"/>
                  <a:pt x="236907" y="264779"/>
                </a:cubicBezTo>
                <a:cubicBezTo>
                  <a:pt x="221514" y="264779"/>
                  <a:pt x="209036" y="252300"/>
                  <a:pt x="209036" y="236907"/>
                </a:cubicBezTo>
                <a:moveTo>
                  <a:pt x="139357" y="320522"/>
                </a:moveTo>
                <a:lnTo>
                  <a:pt x="27871" y="320522"/>
                </a:lnTo>
                <a:cubicBezTo>
                  <a:pt x="12478" y="320522"/>
                  <a:pt x="0" y="308043"/>
                  <a:pt x="0" y="292650"/>
                </a:cubicBezTo>
                <a:lnTo>
                  <a:pt x="0" y="27871"/>
                </a:lnTo>
                <a:cubicBezTo>
                  <a:pt x="0" y="12478"/>
                  <a:pt x="12478" y="0"/>
                  <a:pt x="27871" y="0"/>
                </a:cubicBezTo>
                <a:lnTo>
                  <a:pt x="153293" y="0"/>
                </a:lnTo>
                <a:cubicBezTo>
                  <a:pt x="168686" y="0"/>
                  <a:pt x="181164" y="12478"/>
                  <a:pt x="181164" y="27871"/>
                </a:cubicBezTo>
                <a:lnTo>
                  <a:pt x="181164" y="118453"/>
                </a:lnTo>
                <a:moveTo>
                  <a:pt x="0" y="264779"/>
                </a:moveTo>
                <a:lnTo>
                  <a:pt x="111486" y="264779"/>
                </a:lnTo>
              </a:path>
            </a:pathLst>
          </a:custGeom>
          <a:noFill/>
          <a:ln w="10451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11739" y="3949153"/>
            <a:ext cx="320522" cy="250843"/>
          </a:xfrm>
          <a:custGeom>
            <a:avLst/>
            <a:gdLst/>
            <a:ahLst/>
            <a:cxnLst/>
            <a:rect l="0" t="0" r="0" b="0"/>
            <a:pathLst>
              <a:path w="320522" h="250843">
                <a:moveTo>
                  <a:pt x="69692" y="250843"/>
                </a:moveTo>
                <a:lnTo>
                  <a:pt x="250857" y="250843"/>
                </a:lnTo>
                <a:moveTo>
                  <a:pt x="167243" y="167229"/>
                </a:moveTo>
                <a:lnTo>
                  <a:pt x="167243" y="250843"/>
                </a:lnTo>
                <a:moveTo>
                  <a:pt x="320522" y="55743"/>
                </a:moveTo>
                <a:cubicBezTo>
                  <a:pt x="320522" y="71136"/>
                  <a:pt x="308043" y="83614"/>
                  <a:pt x="292650" y="83614"/>
                </a:cubicBezTo>
                <a:lnTo>
                  <a:pt x="27871" y="83614"/>
                </a:lnTo>
                <a:cubicBezTo>
                  <a:pt x="12478" y="83614"/>
                  <a:pt x="0" y="71136"/>
                  <a:pt x="0" y="55743"/>
                </a:cubicBezTo>
                <a:lnTo>
                  <a:pt x="0" y="27871"/>
                </a:lnTo>
                <a:cubicBezTo>
                  <a:pt x="0" y="12478"/>
                  <a:pt x="12478" y="0"/>
                  <a:pt x="27871" y="0"/>
                </a:cubicBezTo>
                <a:lnTo>
                  <a:pt x="292650" y="0"/>
                </a:lnTo>
                <a:cubicBezTo>
                  <a:pt x="308043" y="0"/>
                  <a:pt x="320522" y="12478"/>
                  <a:pt x="320522" y="27871"/>
                </a:cubicBezTo>
                <a:close/>
                <a:moveTo>
                  <a:pt x="59226" y="38323"/>
                </a:moveTo>
                <a:cubicBezTo>
                  <a:pt x="57302" y="38323"/>
                  <a:pt x="55743" y="39883"/>
                  <a:pt x="55743" y="41807"/>
                </a:cubicBezTo>
                <a:cubicBezTo>
                  <a:pt x="55743" y="43731"/>
                  <a:pt x="57302" y="45291"/>
                  <a:pt x="59226" y="45291"/>
                </a:cubicBezTo>
                <a:cubicBezTo>
                  <a:pt x="61151" y="45291"/>
                  <a:pt x="62710" y="43731"/>
                  <a:pt x="62710" y="41807"/>
                </a:cubicBezTo>
                <a:cubicBezTo>
                  <a:pt x="62710" y="39883"/>
                  <a:pt x="61151" y="38323"/>
                  <a:pt x="59226" y="38323"/>
                </a:cubicBezTo>
                <a:lnTo>
                  <a:pt x="59226" y="38323"/>
                </a:lnTo>
                <a:moveTo>
                  <a:pt x="108002" y="38323"/>
                </a:moveTo>
                <a:cubicBezTo>
                  <a:pt x="106077" y="38323"/>
                  <a:pt x="104518" y="39883"/>
                  <a:pt x="104518" y="41807"/>
                </a:cubicBezTo>
                <a:cubicBezTo>
                  <a:pt x="104518" y="43731"/>
                  <a:pt x="106077" y="45291"/>
                  <a:pt x="108002" y="45291"/>
                </a:cubicBezTo>
                <a:cubicBezTo>
                  <a:pt x="109926" y="45291"/>
                  <a:pt x="111486" y="43731"/>
                  <a:pt x="111486" y="41807"/>
                </a:cubicBezTo>
                <a:cubicBezTo>
                  <a:pt x="111486" y="39883"/>
                  <a:pt x="109926" y="38323"/>
                  <a:pt x="108002" y="38323"/>
                </a:cubicBezTo>
                <a:lnTo>
                  <a:pt x="108002" y="38323"/>
                </a:lnTo>
                <a:moveTo>
                  <a:pt x="320522" y="139357"/>
                </a:moveTo>
                <a:cubicBezTo>
                  <a:pt x="320522" y="154750"/>
                  <a:pt x="308043" y="167229"/>
                  <a:pt x="292650" y="167229"/>
                </a:cubicBezTo>
                <a:lnTo>
                  <a:pt x="27871" y="167229"/>
                </a:lnTo>
                <a:cubicBezTo>
                  <a:pt x="12478" y="167229"/>
                  <a:pt x="0" y="154750"/>
                  <a:pt x="0" y="139357"/>
                </a:cubicBezTo>
                <a:lnTo>
                  <a:pt x="0" y="111486"/>
                </a:lnTo>
                <a:cubicBezTo>
                  <a:pt x="0" y="96093"/>
                  <a:pt x="12478" y="83614"/>
                  <a:pt x="27871" y="83614"/>
                </a:cubicBezTo>
                <a:lnTo>
                  <a:pt x="292650" y="83614"/>
                </a:lnTo>
                <a:cubicBezTo>
                  <a:pt x="308043" y="83614"/>
                  <a:pt x="320522" y="96093"/>
                  <a:pt x="320522" y="111486"/>
                </a:cubicBezTo>
                <a:close/>
                <a:moveTo>
                  <a:pt x="59226" y="121937"/>
                </a:moveTo>
                <a:cubicBezTo>
                  <a:pt x="57302" y="121937"/>
                  <a:pt x="55743" y="123497"/>
                  <a:pt x="55743" y="125421"/>
                </a:cubicBezTo>
                <a:cubicBezTo>
                  <a:pt x="55743" y="127345"/>
                  <a:pt x="57302" y="128905"/>
                  <a:pt x="59226" y="128905"/>
                </a:cubicBezTo>
                <a:cubicBezTo>
                  <a:pt x="61151" y="128905"/>
                  <a:pt x="62710" y="127345"/>
                  <a:pt x="62710" y="125421"/>
                </a:cubicBezTo>
                <a:cubicBezTo>
                  <a:pt x="62710" y="123497"/>
                  <a:pt x="61151" y="121937"/>
                  <a:pt x="59226" y="121937"/>
                </a:cubicBezTo>
                <a:lnTo>
                  <a:pt x="59226" y="121937"/>
                </a:lnTo>
                <a:moveTo>
                  <a:pt x="108002" y="121937"/>
                </a:moveTo>
                <a:cubicBezTo>
                  <a:pt x="106077" y="121937"/>
                  <a:pt x="104518" y="123497"/>
                  <a:pt x="104518" y="125421"/>
                </a:cubicBezTo>
                <a:cubicBezTo>
                  <a:pt x="104518" y="127345"/>
                  <a:pt x="106077" y="128905"/>
                  <a:pt x="108002" y="128905"/>
                </a:cubicBezTo>
                <a:cubicBezTo>
                  <a:pt x="109926" y="128905"/>
                  <a:pt x="111486" y="127345"/>
                  <a:pt x="111486" y="125421"/>
                </a:cubicBezTo>
                <a:cubicBezTo>
                  <a:pt x="111486" y="123497"/>
                  <a:pt x="109926" y="121937"/>
                  <a:pt x="108002" y="121937"/>
                </a:cubicBezTo>
                <a:lnTo>
                  <a:pt x="108002" y="121937"/>
                </a:lnTo>
                <a:moveTo>
                  <a:pt x="38323" y="243875"/>
                </a:moveTo>
                <a:cubicBezTo>
                  <a:pt x="36399" y="243875"/>
                  <a:pt x="34839" y="245435"/>
                  <a:pt x="34839" y="247359"/>
                </a:cubicBezTo>
                <a:cubicBezTo>
                  <a:pt x="34839" y="249283"/>
                  <a:pt x="36399" y="250843"/>
                  <a:pt x="38323" y="250843"/>
                </a:cubicBezTo>
                <a:cubicBezTo>
                  <a:pt x="40247" y="250843"/>
                  <a:pt x="41807" y="249283"/>
                  <a:pt x="41807" y="247359"/>
                </a:cubicBezTo>
                <a:cubicBezTo>
                  <a:pt x="41807" y="245435"/>
                  <a:pt x="40247" y="243875"/>
                  <a:pt x="38323" y="243875"/>
                </a:cubicBezTo>
                <a:lnTo>
                  <a:pt x="38323" y="243875"/>
                </a:lnTo>
                <a:moveTo>
                  <a:pt x="3483" y="243875"/>
                </a:moveTo>
                <a:cubicBezTo>
                  <a:pt x="1559" y="243875"/>
                  <a:pt x="0" y="245435"/>
                  <a:pt x="0" y="247359"/>
                </a:cubicBezTo>
                <a:cubicBezTo>
                  <a:pt x="0" y="249283"/>
                  <a:pt x="1559" y="250843"/>
                  <a:pt x="3483" y="250843"/>
                </a:cubicBezTo>
                <a:cubicBezTo>
                  <a:pt x="5408" y="250843"/>
                  <a:pt x="6967" y="249283"/>
                  <a:pt x="6967" y="247359"/>
                </a:cubicBezTo>
                <a:cubicBezTo>
                  <a:pt x="6967" y="245435"/>
                  <a:pt x="5408" y="243875"/>
                  <a:pt x="3483" y="243875"/>
                </a:cubicBezTo>
                <a:lnTo>
                  <a:pt x="3483" y="243875"/>
                </a:lnTo>
                <a:moveTo>
                  <a:pt x="317038" y="243875"/>
                </a:moveTo>
                <a:cubicBezTo>
                  <a:pt x="315114" y="243875"/>
                  <a:pt x="313554" y="245435"/>
                  <a:pt x="313554" y="247359"/>
                </a:cubicBezTo>
                <a:cubicBezTo>
                  <a:pt x="313554" y="249283"/>
                  <a:pt x="315114" y="250843"/>
                  <a:pt x="317038" y="250843"/>
                </a:cubicBezTo>
                <a:cubicBezTo>
                  <a:pt x="318962" y="250843"/>
                  <a:pt x="320522" y="249283"/>
                  <a:pt x="320522" y="247359"/>
                </a:cubicBezTo>
                <a:cubicBezTo>
                  <a:pt x="320522" y="245435"/>
                  <a:pt x="318962" y="243875"/>
                  <a:pt x="317038" y="243875"/>
                </a:cubicBezTo>
                <a:lnTo>
                  <a:pt x="317038" y="243875"/>
                </a:lnTo>
                <a:moveTo>
                  <a:pt x="282199" y="243875"/>
                </a:moveTo>
                <a:cubicBezTo>
                  <a:pt x="280274" y="243875"/>
                  <a:pt x="278715" y="245435"/>
                  <a:pt x="278715" y="247359"/>
                </a:cubicBezTo>
                <a:cubicBezTo>
                  <a:pt x="278715" y="249283"/>
                  <a:pt x="280274" y="250843"/>
                  <a:pt x="282199" y="250843"/>
                </a:cubicBezTo>
                <a:cubicBezTo>
                  <a:pt x="284123" y="250843"/>
                  <a:pt x="285683" y="249283"/>
                  <a:pt x="285683" y="247359"/>
                </a:cubicBezTo>
                <a:cubicBezTo>
                  <a:pt x="285683" y="245435"/>
                  <a:pt x="284123" y="243875"/>
                  <a:pt x="282199" y="243875"/>
                </a:cubicBezTo>
                <a:lnTo>
                  <a:pt x="282199" y="243875"/>
                </a:lnTo>
              </a:path>
            </a:pathLst>
          </a:custGeom>
          <a:noFill/>
          <a:ln w="10451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25675" y="4583230"/>
            <a:ext cx="292650" cy="320522"/>
          </a:xfrm>
          <a:custGeom>
            <a:avLst/>
            <a:gdLst/>
            <a:ahLst/>
            <a:cxnLst/>
            <a:rect l="0" t="0" r="0" b="0"/>
            <a:pathLst>
              <a:path w="292650" h="320522">
                <a:moveTo>
                  <a:pt x="167228" y="152610"/>
                </a:moveTo>
                <a:lnTo>
                  <a:pt x="167228" y="306586"/>
                </a:lnTo>
                <a:cubicBezTo>
                  <a:pt x="167228" y="314282"/>
                  <a:pt x="160989" y="320522"/>
                  <a:pt x="153293" y="320522"/>
                </a:cubicBezTo>
                <a:lnTo>
                  <a:pt x="13935" y="320522"/>
                </a:lnTo>
                <a:cubicBezTo>
                  <a:pt x="6239" y="320522"/>
                  <a:pt x="0" y="314282"/>
                  <a:pt x="0" y="306586"/>
                </a:cubicBezTo>
                <a:lnTo>
                  <a:pt x="0" y="125421"/>
                </a:lnTo>
                <a:cubicBezTo>
                  <a:pt x="0" y="117725"/>
                  <a:pt x="6239" y="111485"/>
                  <a:pt x="13935" y="111485"/>
                </a:cubicBezTo>
                <a:lnTo>
                  <a:pt x="149892" y="111485"/>
                </a:lnTo>
                <a:moveTo>
                  <a:pt x="41807" y="167228"/>
                </a:moveTo>
                <a:lnTo>
                  <a:pt x="76646" y="167228"/>
                </a:lnTo>
                <a:moveTo>
                  <a:pt x="41807" y="216004"/>
                </a:moveTo>
                <a:lnTo>
                  <a:pt x="125421" y="216004"/>
                </a:lnTo>
                <a:moveTo>
                  <a:pt x="41807" y="264779"/>
                </a:moveTo>
                <a:lnTo>
                  <a:pt x="125421" y="264779"/>
                </a:lnTo>
                <a:moveTo>
                  <a:pt x="292344" y="0"/>
                </a:moveTo>
                <a:lnTo>
                  <a:pt x="231124" y="41807"/>
                </a:lnTo>
                <a:lnTo>
                  <a:pt x="151384" y="41807"/>
                </a:lnTo>
                <a:cubicBezTo>
                  <a:pt x="121756" y="41807"/>
                  <a:pt x="97034" y="90024"/>
                  <a:pt x="80590" y="111485"/>
                </a:cubicBezTo>
                <a:moveTo>
                  <a:pt x="172231" y="83614"/>
                </a:moveTo>
                <a:lnTo>
                  <a:pt x="130605" y="135553"/>
                </a:lnTo>
                <a:cubicBezTo>
                  <a:pt x="123360" y="142799"/>
                  <a:pt x="123360" y="154547"/>
                  <a:pt x="130606" y="161793"/>
                </a:cubicBezTo>
                <a:cubicBezTo>
                  <a:pt x="137852" y="169039"/>
                  <a:pt x="149600" y="169039"/>
                  <a:pt x="156846" y="161794"/>
                </a:cubicBezTo>
                <a:lnTo>
                  <a:pt x="213690" y="111485"/>
                </a:lnTo>
                <a:lnTo>
                  <a:pt x="249296" y="111485"/>
                </a:lnTo>
                <a:cubicBezTo>
                  <a:pt x="266172" y="111485"/>
                  <a:pt x="292650" y="87460"/>
                  <a:pt x="292650" y="87460"/>
                </a:cubicBezTo>
              </a:path>
            </a:pathLst>
          </a:custGeom>
          <a:noFill/>
          <a:ln w="10451">
            <a:solidFill>
              <a:srgbClr val="DE84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75" y="5293526"/>
            <a:ext cx="292650" cy="321911"/>
          </a:xfrm>
          <a:custGeom>
            <a:avLst/>
            <a:gdLst/>
            <a:ahLst/>
            <a:cxnLst/>
            <a:rect l="0" t="0" r="0" b="0"/>
            <a:pathLst>
              <a:path w="292650" h="321911">
                <a:moveTo>
                  <a:pt x="146325" y="320949"/>
                </a:moveTo>
                <a:lnTo>
                  <a:pt x="146325" y="427"/>
                </a:lnTo>
                <a:moveTo>
                  <a:pt x="292650" y="153720"/>
                </a:moveTo>
                <a:lnTo>
                  <a:pt x="0" y="153720"/>
                </a:lnTo>
                <a:moveTo>
                  <a:pt x="97550" y="153720"/>
                </a:moveTo>
                <a:lnTo>
                  <a:pt x="97550" y="3660"/>
                </a:lnTo>
                <a:moveTo>
                  <a:pt x="48775" y="153720"/>
                </a:moveTo>
                <a:lnTo>
                  <a:pt x="48775" y="13777"/>
                </a:lnTo>
                <a:moveTo>
                  <a:pt x="243875" y="270070"/>
                </a:moveTo>
                <a:lnTo>
                  <a:pt x="243875" y="153720"/>
                </a:lnTo>
                <a:moveTo>
                  <a:pt x="195100" y="305063"/>
                </a:moveTo>
                <a:lnTo>
                  <a:pt x="195100" y="153720"/>
                </a:lnTo>
                <a:moveTo>
                  <a:pt x="0" y="46067"/>
                </a:moveTo>
                <a:lnTo>
                  <a:pt x="0" y="152494"/>
                </a:lnTo>
                <a:cubicBezTo>
                  <a:pt x="838" y="224530"/>
                  <a:pt x="46591" y="288369"/>
                  <a:pt x="114537" y="312309"/>
                </a:cubicBezTo>
                <a:lnTo>
                  <a:pt x="130159" y="318079"/>
                </a:lnTo>
                <a:cubicBezTo>
                  <a:pt x="140596" y="321911"/>
                  <a:pt x="152054" y="321911"/>
                  <a:pt x="162490" y="318079"/>
                </a:cubicBezTo>
                <a:lnTo>
                  <a:pt x="178112" y="312309"/>
                </a:lnTo>
                <a:cubicBezTo>
                  <a:pt x="246059" y="288369"/>
                  <a:pt x="291812" y="224530"/>
                  <a:pt x="292650" y="152494"/>
                </a:cubicBezTo>
                <a:lnTo>
                  <a:pt x="292650" y="46067"/>
                </a:lnTo>
                <a:cubicBezTo>
                  <a:pt x="292622" y="37520"/>
                  <a:pt x="287502" y="29812"/>
                  <a:pt x="279634" y="26473"/>
                </a:cubicBezTo>
                <a:cubicBezTo>
                  <a:pt x="237418" y="8860"/>
                  <a:pt x="192066" y="0"/>
                  <a:pt x="146325" y="427"/>
                </a:cubicBezTo>
                <a:cubicBezTo>
                  <a:pt x="100584" y="0"/>
                  <a:pt x="55232" y="8860"/>
                  <a:pt x="13015" y="26473"/>
                </a:cubicBezTo>
                <a:cubicBezTo>
                  <a:pt x="5148" y="29812"/>
                  <a:pt x="28" y="37520"/>
                  <a:pt x="0" y="46067"/>
                </a:cubicBezTo>
                <a:close/>
              </a:path>
            </a:pathLst>
          </a:custGeom>
          <a:noFill/>
          <a:ln w="10451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2003" y="4377922"/>
            <a:ext cx="1042900" cy="984620"/>
          </a:xfrm>
          <a:custGeom>
            <a:avLst/>
            <a:gdLst/>
            <a:ahLst/>
            <a:cxnLst/>
            <a:rect l="0" t="0" r="0" b="0"/>
            <a:pathLst>
              <a:path w="1042900" h="984620">
                <a:moveTo>
                  <a:pt x="586970" y="5480"/>
                </a:moveTo>
                <a:cubicBezTo>
                  <a:pt x="613934" y="5480"/>
                  <a:pt x="683058" y="8444"/>
                  <a:pt x="743852" y="20299"/>
                </a:cubicBezTo>
                <a:cubicBezTo>
                  <a:pt x="819838" y="35117"/>
                  <a:pt x="881118" y="131435"/>
                  <a:pt x="962009" y="198119"/>
                </a:cubicBezTo>
                <a:cubicBezTo>
                  <a:pt x="1042900" y="264800"/>
                  <a:pt x="1013488" y="561166"/>
                  <a:pt x="1001230" y="674775"/>
                </a:cubicBezTo>
                <a:cubicBezTo>
                  <a:pt x="988973" y="788384"/>
                  <a:pt x="898276" y="894741"/>
                  <a:pt x="800227" y="951543"/>
                </a:cubicBezTo>
                <a:cubicBezTo>
                  <a:pt x="748273" y="981644"/>
                  <a:pt x="635743" y="982932"/>
                  <a:pt x="510424" y="982969"/>
                </a:cubicBezTo>
                <a:cubicBezTo>
                  <a:pt x="399252" y="982997"/>
                  <a:pt x="278012" y="984620"/>
                  <a:pt x="180067" y="966044"/>
                </a:cubicBezTo>
                <a:cubicBezTo>
                  <a:pt x="152737" y="960861"/>
                  <a:pt x="129470" y="951491"/>
                  <a:pt x="109731" y="939048"/>
                </a:cubicBezTo>
                <a:cubicBezTo>
                  <a:pt x="9060" y="875613"/>
                  <a:pt x="0" y="688052"/>
                  <a:pt x="10932" y="613032"/>
                </a:cubicBezTo>
                <a:cubicBezTo>
                  <a:pt x="8480" y="582573"/>
                  <a:pt x="38875" y="467812"/>
                  <a:pt x="180067" y="252454"/>
                </a:cubicBezTo>
                <a:cubicBezTo>
                  <a:pt x="216808" y="196408"/>
                  <a:pt x="256782" y="152306"/>
                  <a:pt x="297171" y="117857"/>
                </a:cubicBezTo>
                <a:cubicBezTo>
                  <a:pt x="411984" y="19928"/>
                  <a:pt x="530152" y="0"/>
                  <a:pt x="586970" y="5480"/>
                </a:cubicBez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22005" y="4377921"/>
            <a:ext cx="1042900" cy="984619"/>
          </a:xfrm>
          <a:custGeom>
            <a:avLst/>
            <a:gdLst/>
            <a:ahLst/>
            <a:cxnLst/>
            <a:rect l="0" t="0" r="0" b="0"/>
            <a:pathLst>
              <a:path w="1042900" h="984619">
                <a:moveTo>
                  <a:pt x="180064" y="966043"/>
                </a:moveTo>
                <a:cubicBezTo>
                  <a:pt x="152735" y="960860"/>
                  <a:pt x="129470" y="951490"/>
                  <a:pt x="109727" y="939050"/>
                </a:cubicBezTo>
                <a:moveTo>
                  <a:pt x="1001229" y="674776"/>
                </a:moveTo>
                <a:cubicBezTo>
                  <a:pt x="976414" y="721350"/>
                  <a:pt x="883047" y="806328"/>
                  <a:pt x="708101" y="773645"/>
                </a:cubicBezTo>
                <a:cubicBezTo>
                  <a:pt x="533155" y="740963"/>
                  <a:pt x="283182" y="903058"/>
                  <a:pt x="180064" y="966043"/>
                </a:cubicBezTo>
                <a:moveTo>
                  <a:pt x="180064" y="966043"/>
                </a:moveTo>
                <a:cubicBezTo>
                  <a:pt x="278010" y="984619"/>
                  <a:pt x="399248" y="982999"/>
                  <a:pt x="510421" y="982967"/>
                </a:cubicBezTo>
                <a:cubicBezTo>
                  <a:pt x="635740" y="982932"/>
                  <a:pt x="748270" y="981646"/>
                  <a:pt x="800227" y="951545"/>
                </a:cubicBezTo>
                <a:cubicBezTo>
                  <a:pt x="898277" y="894741"/>
                  <a:pt x="988972" y="788383"/>
                  <a:pt x="1001229" y="674776"/>
                </a:cubicBezTo>
                <a:moveTo>
                  <a:pt x="1001229" y="674776"/>
                </a:moveTo>
                <a:cubicBezTo>
                  <a:pt x="1013485" y="561168"/>
                  <a:pt x="1042900" y="264802"/>
                  <a:pt x="962009" y="198119"/>
                </a:cubicBezTo>
                <a:cubicBezTo>
                  <a:pt x="881118" y="131436"/>
                  <a:pt x="819837" y="35117"/>
                  <a:pt x="743849" y="20299"/>
                </a:cubicBezTo>
                <a:cubicBezTo>
                  <a:pt x="683058" y="8444"/>
                  <a:pt x="613933" y="5481"/>
                  <a:pt x="586969" y="5481"/>
                </a:cubicBezTo>
                <a:cubicBezTo>
                  <a:pt x="530151" y="0"/>
                  <a:pt x="411984" y="19928"/>
                  <a:pt x="297169" y="117858"/>
                </a:cubicBezTo>
                <a:moveTo>
                  <a:pt x="109727" y="939050"/>
                </a:moveTo>
                <a:cubicBezTo>
                  <a:pt x="9058" y="875614"/>
                  <a:pt x="0" y="688054"/>
                  <a:pt x="10929" y="613033"/>
                </a:cubicBezTo>
                <a:cubicBezTo>
                  <a:pt x="8478" y="582573"/>
                  <a:pt x="38873" y="467813"/>
                  <a:pt x="180064" y="252453"/>
                </a:cubicBezTo>
                <a:cubicBezTo>
                  <a:pt x="216807" y="196410"/>
                  <a:pt x="256781" y="152308"/>
                  <a:pt x="297169" y="117858"/>
                </a:cubicBezTo>
                <a:moveTo>
                  <a:pt x="109727" y="939050"/>
                </a:moveTo>
                <a:cubicBezTo>
                  <a:pt x="87730" y="881858"/>
                  <a:pt x="71001" y="673676"/>
                  <a:pt x="180064" y="475660"/>
                </a:cubicBezTo>
                <a:cubicBezTo>
                  <a:pt x="289128" y="277644"/>
                  <a:pt x="303578" y="154619"/>
                  <a:pt x="297169" y="117858"/>
                </a:cubicBezTo>
                <a:moveTo>
                  <a:pt x="811435" y="711165"/>
                </a:moveTo>
                <a:cubicBezTo>
                  <a:pt x="835466" y="703955"/>
                  <a:pt x="840272" y="715971"/>
                  <a:pt x="840272" y="723180"/>
                </a:cubicBezTo>
                <a:cubicBezTo>
                  <a:pt x="840272" y="730389"/>
                  <a:pt x="835465" y="737599"/>
                  <a:pt x="818644" y="742405"/>
                </a:cubicBezTo>
                <a:cubicBezTo>
                  <a:pt x="801822" y="747211"/>
                  <a:pt x="800227" y="740002"/>
                  <a:pt x="787404" y="732793"/>
                </a:cubicBezTo>
                <a:cubicBezTo>
                  <a:pt x="777145" y="727025"/>
                  <a:pt x="799150" y="715971"/>
                  <a:pt x="811435" y="711165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60124" y="3996964"/>
            <a:ext cx="1361370" cy="404237"/>
          </a:xfrm>
          <a:custGeom>
            <a:avLst/>
            <a:gdLst/>
            <a:ahLst/>
            <a:cxnLst/>
            <a:rect l="0" t="0" r="0" b="0"/>
            <a:pathLst>
              <a:path w="1361370" h="404237">
                <a:moveTo>
                  <a:pt x="654927" y="41206"/>
                </a:moveTo>
                <a:cubicBezTo>
                  <a:pt x="528195" y="55107"/>
                  <a:pt x="251668" y="90265"/>
                  <a:pt x="159438" y="119697"/>
                </a:cubicBezTo>
                <a:cubicBezTo>
                  <a:pt x="67207" y="149133"/>
                  <a:pt x="19622" y="212093"/>
                  <a:pt x="7357" y="239890"/>
                </a:cubicBezTo>
                <a:cubicBezTo>
                  <a:pt x="0" y="278318"/>
                  <a:pt x="15205" y="360083"/>
                  <a:pt x="134910" y="379705"/>
                </a:cubicBezTo>
                <a:cubicBezTo>
                  <a:pt x="284535" y="404237"/>
                  <a:pt x="421898" y="404237"/>
                  <a:pt x="618134" y="391971"/>
                </a:cubicBezTo>
                <a:cubicBezTo>
                  <a:pt x="672408" y="388580"/>
                  <a:pt x="726496" y="384248"/>
                  <a:pt x="777387" y="379705"/>
                </a:cubicBezTo>
                <a:cubicBezTo>
                  <a:pt x="910490" y="367826"/>
                  <a:pt x="1021719" y="354497"/>
                  <a:pt x="1057207" y="352726"/>
                </a:cubicBezTo>
                <a:cubicBezTo>
                  <a:pt x="1079375" y="351614"/>
                  <a:pt x="1123086" y="345497"/>
                  <a:pt x="1167965" y="332785"/>
                </a:cubicBezTo>
                <a:cubicBezTo>
                  <a:pt x="1222392" y="317366"/>
                  <a:pt x="1278534" y="292251"/>
                  <a:pt x="1300045" y="254608"/>
                </a:cubicBezTo>
                <a:cubicBezTo>
                  <a:pt x="1339295" y="185926"/>
                  <a:pt x="1361370" y="92717"/>
                  <a:pt x="1253439" y="41206"/>
                </a:cubicBezTo>
                <a:cubicBezTo>
                  <a:pt x="1167099" y="0"/>
                  <a:pt x="1022866" y="9318"/>
                  <a:pt x="961542" y="19131"/>
                </a:cubicBezTo>
                <a:cubicBezTo>
                  <a:pt x="919027" y="26488"/>
                  <a:pt x="798177" y="41206"/>
                  <a:pt x="654927" y="41206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60123" y="3996962"/>
            <a:ext cx="1361371" cy="404237"/>
          </a:xfrm>
          <a:custGeom>
            <a:avLst/>
            <a:gdLst/>
            <a:ahLst/>
            <a:cxnLst/>
            <a:rect l="0" t="0" r="0" b="0"/>
            <a:pathLst>
              <a:path w="1361371" h="404237">
                <a:moveTo>
                  <a:pt x="777387" y="379708"/>
                </a:moveTo>
                <a:cubicBezTo>
                  <a:pt x="726498" y="384250"/>
                  <a:pt x="672410" y="388580"/>
                  <a:pt x="618136" y="391972"/>
                </a:cubicBezTo>
                <a:cubicBezTo>
                  <a:pt x="421902" y="404237"/>
                  <a:pt x="284538" y="404237"/>
                  <a:pt x="134910" y="379708"/>
                </a:cubicBezTo>
                <a:cubicBezTo>
                  <a:pt x="15208" y="360085"/>
                  <a:pt x="0" y="278321"/>
                  <a:pt x="7358" y="239893"/>
                </a:cubicBezTo>
                <a:cubicBezTo>
                  <a:pt x="19623" y="212093"/>
                  <a:pt x="67210" y="149136"/>
                  <a:pt x="159439" y="119701"/>
                </a:cubicBezTo>
                <a:cubicBezTo>
                  <a:pt x="251669" y="90266"/>
                  <a:pt x="528195" y="55108"/>
                  <a:pt x="654929" y="41208"/>
                </a:cubicBezTo>
                <a:cubicBezTo>
                  <a:pt x="798180" y="41208"/>
                  <a:pt x="919027" y="26491"/>
                  <a:pt x="961545" y="19132"/>
                </a:cubicBezTo>
                <a:cubicBezTo>
                  <a:pt x="1022868" y="9320"/>
                  <a:pt x="1167099" y="0"/>
                  <a:pt x="1253442" y="41208"/>
                </a:cubicBezTo>
                <a:cubicBezTo>
                  <a:pt x="1361371" y="92719"/>
                  <a:pt x="1339295" y="185929"/>
                  <a:pt x="1300048" y="254610"/>
                </a:cubicBezTo>
                <a:cubicBezTo>
                  <a:pt x="1278537" y="292253"/>
                  <a:pt x="1222395" y="317370"/>
                  <a:pt x="1167967" y="332788"/>
                </a:cubicBezTo>
                <a:moveTo>
                  <a:pt x="1167967" y="332788"/>
                </a:moveTo>
                <a:cubicBezTo>
                  <a:pt x="1123090" y="345499"/>
                  <a:pt x="1079379" y="351618"/>
                  <a:pt x="1057208" y="352726"/>
                </a:cubicBezTo>
                <a:cubicBezTo>
                  <a:pt x="1021719" y="354501"/>
                  <a:pt x="910491" y="367828"/>
                  <a:pt x="777387" y="379708"/>
                </a:cubicBezTo>
                <a:moveTo>
                  <a:pt x="777387" y="379708"/>
                </a:moveTo>
                <a:cubicBezTo>
                  <a:pt x="841095" y="319023"/>
                  <a:pt x="999269" y="206100"/>
                  <a:pt x="1122308" y="239893"/>
                </a:cubicBezTo>
                <a:cubicBezTo>
                  <a:pt x="1245347" y="273686"/>
                  <a:pt x="1204014" y="315903"/>
                  <a:pt x="1167967" y="332788"/>
                </a:cubicBezTo>
                <a:moveTo>
                  <a:pt x="177887" y="255842"/>
                </a:moveTo>
                <a:cubicBezTo>
                  <a:pt x="164269" y="269460"/>
                  <a:pt x="147607" y="298617"/>
                  <a:pt x="189902" y="306307"/>
                </a:cubicBezTo>
                <a:cubicBezTo>
                  <a:pt x="232197" y="313997"/>
                  <a:pt x="233158" y="275868"/>
                  <a:pt x="228352" y="255842"/>
                </a:cubicBezTo>
                <a:cubicBezTo>
                  <a:pt x="222745" y="247832"/>
                  <a:pt x="204802" y="236617"/>
                  <a:pt x="177887" y="255842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7914" y="3568425"/>
            <a:ext cx="1015606" cy="472906"/>
          </a:xfrm>
          <a:custGeom>
            <a:avLst/>
            <a:gdLst/>
            <a:ahLst/>
            <a:cxnLst/>
            <a:rect l="0" t="0" r="0" b="0"/>
            <a:pathLst>
              <a:path w="1015606" h="472906">
                <a:moveTo>
                  <a:pt x="375924" y="1940"/>
                </a:moveTo>
                <a:lnTo>
                  <a:pt x="418544" y="2408"/>
                </a:lnTo>
                <a:cubicBezTo>
                  <a:pt x="624126" y="4860"/>
                  <a:pt x="719972" y="9704"/>
                  <a:pt x="822286" y="53798"/>
                </a:cubicBezTo>
                <a:cubicBezTo>
                  <a:pt x="876628" y="77218"/>
                  <a:pt x="925099" y="106304"/>
                  <a:pt x="959754" y="140262"/>
                </a:cubicBezTo>
                <a:cubicBezTo>
                  <a:pt x="994421" y="174236"/>
                  <a:pt x="1015606" y="213454"/>
                  <a:pt x="1014322" y="256927"/>
                </a:cubicBezTo>
                <a:cubicBezTo>
                  <a:pt x="1011857" y="340593"/>
                  <a:pt x="992118" y="382295"/>
                  <a:pt x="957720" y="400778"/>
                </a:cubicBezTo>
                <a:cubicBezTo>
                  <a:pt x="941412" y="409540"/>
                  <a:pt x="912878" y="421278"/>
                  <a:pt x="882676" y="431430"/>
                </a:cubicBezTo>
                <a:cubicBezTo>
                  <a:pt x="876685" y="433443"/>
                  <a:pt x="870608" y="435396"/>
                  <a:pt x="864528" y="437257"/>
                </a:cubicBezTo>
                <a:cubicBezTo>
                  <a:pt x="827956" y="438030"/>
                  <a:pt x="794976" y="441191"/>
                  <a:pt x="771584" y="444614"/>
                </a:cubicBezTo>
                <a:lnTo>
                  <a:pt x="765476" y="445548"/>
                </a:lnTo>
                <a:cubicBezTo>
                  <a:pt x="723186" y="452853"/>
                  <a:pt x="602490" y="467530"/>
                  <a:pt x="459368" y="467530"/>
                </a:cubicBezTo>
                <a:lnTo>
                  <a:pt x="458829" y="467530"/>
                </a:lnTo>
                <a:cubicBezTo>
                  <a:pt x="444819" y="469093"/>
                  <a:pt x="428986" y="470889"/>
                  <a:pt x="411771" y="472906"/>
                </a:cubicBezTo>
                <a:cubicBezTo>
                  <a:pt x="373319" y="466717"/>
                  <a:pt x="326861" y="456936"/>
                  <a:pt x="279792" y="443913"/>
                </a:cubicBezTo>
                <a:cubicBezTo>
                  <a:pt x="209411" y="424435"/>
                  <a:pt x="137061" y="397593"/>
                  <a:pt x="87966" y="364488"/>
                </a:cubicBezTo>
                <a:lnTo>
                  <a:pt x="83282" y="361258"/>
                </a:lnTo>
                <a:cubicBezTo>
                  <a:pt x="40578" y="331178"/>
                  <a:pt x="13328" y="288997"/>
                  <a:pt x="6668" y="242785"/>
                </a:cubicBezTo>
                <a:cubicBezTo>
                  <a:pt x="0" y="196537"/>
                  <a:pt x="14029" y="146773"/>
                  <a:pt x="52868" y="101729"/>
                </a:cubicBezTo>
                <a:lnTo>
                  <a:pt x="54285" y="100070"/>
                </a:lnTo>
                <a:cubicBezTo>
                  <a:pt x="85195" y="64711"/>
                  <a:pt x="189297" y="0"/>
                  <a:pt x="375924" y="1940"/>
                </a:cubicBez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7916" y="3568424"/>
            <a:ext cx="1015603" cy="472905"/>
          </a:xfrm>
          <a:custGeom>
            <a:avLst/>
            <a:gdLst/>
            <a:ahLst/>
            <a:cxnLst/>
            <a:rect l="0" t="0" r="0" b="0"/>
            <a:pathLst>
              <a:path w="1015603" h="472905">
                <a:moveTo>
                  <a:pt x="375923" y="1939"/>
                </a:moveTo>
                <a:lnTo>
                  <a:pt x="418541" y="2408"/>
                </a:lnTo>
                <a:cubicBezTo>
                  <a:pt x="624126" y="4858"/>
                  <a:pt x="719970" y="9704"/>
                  <a:pt x="822283" y="53797"/>
                </a:cubicBezTo>
                <a:cubicBezTo>
                  <a:pt x="876626" y="77216"/>
                  <a:pt x="925099" y="106305"/>
                  <a:pt x="959752" y="140262"/>
                </a:cubicBezTo>
                <a:cubicBezTo>
                  <a:pt x="994420" y="174235"/>
                  <a:pt x="1015603" y="213454"/>
                  <a:pt x="1014322" y="256928"/>
                </a:cubicBezTo>
                <a:cubicBezTo>
                  <a:pt x="1011856" y="340595"/>
                  <a:pt x="992114" y="382296"/>
                  <a:pt x="957719" y="400779"/>
                </a:cubicBezTo>
                <a:cubicBezTo>
                  <a:pt x="941411" y="409542"/>
                  <a:pt x="912877" y="421280"/>
                  <a:pt x="882675" y="431429"/>
                </a:cubicBezTo>
                <a:cubicBezTo>
                  <a:pt x="876683" y="433443"/>
                  <a:pt x="870605" y="435395"/>
                  <a:pt x="864527" y="437259"/>
                </a:cubicBezTo>
                <a:cubicBezTo>
                  <a:pt x="827954" y="438030"/>
                  <a:pt x="794973" y="441192"/>
                  <a:pt x="771584" y="444615"/>
                </a:cubicBezTo>
                <a:lnTo>
                  <a:pt x="765474" y="445548"/>
                </a:lnTo>
                <a:cubicBezTo>
                  <a:pt x="723186" y="452852"/>
                  <a:pt x="602488" y="467530"/>
                  <a:pt x="459365" y="467531"/>
                </a:cubicBezTo>
                <a:lnTo>
                  <a:pt x="459097" y="467531"/>
                </a:lnTo>
                <a:lnTo>
                  <a:pt x="458828" y="467559"/>
                </a:lnTo>
                <a:cubicBezTo>
                  <a:pt x="444818" y="469093"/>
                  <a:pt x="428983" y="470891"/>
                  <a:pt x="411769" y="472905"/>
                </a:cubicBezTo>
                <a:cubicBezTo>
                  <a:pt x="373316" y="466717"/>
                  <a:pt x="326859" y="456936"/>
                  <a:pt x="279791" y="443912"/>
                </a:cubicBezTo>
                <a:cubicBezTo>
                  <a:pt x="209408" y="424435"/>
                  <a:pt x="137061" y="397592"/>
                  <a:pt x="87963" y="364486"/>
                </a:cubicBezTo>
                <a:lnTo>
                  <a:pt x="83282" y="361260"/>
                </a:lnTo>
                <a:cubicBezTo>
                  <a:pt x="40576" y="331177"/>
                  <a:pt x="13327" y="288999"/>
                  <a:pt x="6666" y="242785"/>
                </a:cubicBezTo>
                <a:cubicBezTo>
                  <a:pt x="0" y="196538"/>
                  <a:pt x="14026" y="146774"/>
                  <a:pt x="52866" y="101729"/>
                </a:cubicBezTo>
                <a:lnTo>
                  <a:pt x="54286" y="100069"/>
                </a:lnTo>
                <a:cubicBezTo>
                  <a:pt x="85196" y="64711"/>
                  <a:pt x="189297" y="0"/>
                  <a:pt x="375923" y="1939"/>
                </a:cubicBezTo>
                <a:close/>
                <a:moveTo>
                  <a:pt x="6666" y="242785"/>
                </a:moveTo>
                <a:cubicBezTo>
                  <a:pt x="13735" y="262618"/>
                  <a:pt x="52922" y="307572"/>
                  <a:pt x="153115" y="328719"/>
                </a:cubicBezTo>
                <a:cubicBezTo>
                  <a:pt x="253308" y="349867"/>
                  <a:pt x="279313" y="414326"/>
                  <a:pt x="279791" y="443912"/>
                </a:cubicBezTo>
                <a:moveTo>
                  <a:pt x="850016" y="167711"/>
                </a:moveTo>
                <a:cubicBezTo>
                  <a:pt x="823890" y="183091"/>
                  <a:pt x="839130" y="202957"/>
                  <a:pt x="850016" y="210967"/>
                </a:cubicBezTo>
                <a:cubicBezTo>
                  <a:pt x="862833" y="219778"/>
                  <a:pt x="889427" y="229711"/>
                  <a:pt x="893272" y="198951"/>
                </a:cubicBezTo>
                <a:cubicBezTo>
                  <a:pt x="897117" y="168192"/>
                  <a:pt x="866037" y="165308"/>
                  <a:pt x="850016" y="167711"/>
                </a:cubicBezTo>
                <a:close/>
                <a:moveTo>
                  <a:pt x="833195" y="110036"/>
                </a:moveTo>
                <a:cubicBezTo>
                  <a:pt x="822283" y="129261"/>
                  <a:pt x="830792" y="141277"/>
                  <a:pt x="838001" y="143680"/>
                </a:cubicBezTo>
                <a:cubicBezTo>
                  <a:pt x="845210" y="146083"/>
                  <a:pt x="862032" y="148486"/>
                  <a:pt x="866838" y="136471"/>
                </a:cubicBezTo>
                <a:cubicBezTo>
                  <a:pt x="871644" y="124455"/>
                  <a:pt x="862032" y="83602"/>
                  <a:pt x="833195" y="110036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07617" y="3333077"/>
            <a:ext cx="1233317" cy="257133"/>
          </a:xfrm>
          <a:custGeom>
            <a:avLst/>
            <a:gdLst/>
            <a:ahLst/>
            <a:cxnLst/>
            <a:rect l="0" t="0" r="0" b="0"/>
            <a:pathLst>
              <a:path w="1233317" h="257133">
                <a:moveTo>
                  <a:pt x="646443" y="2971"/>
                </a:moveTo>
                <a:cubicBezTo>
                  <a:pt x="754760" y="16787"/>
                  <a:pt x="1013238" y="49856"/>
                  <a:pt x="1128941" y="64666"/>
                </a:cubicBezTo>
                <a:cubicBezTo>
                  <a:pt x="1166685" y="70425"/>
                  <a:pt x="1233317" y="94771"/>
                  <a:pt x="1197868" y="146093"/>
                </a:cubicBezTo>
                <a:cubicBezTo>
                  <a:pt x="1153557" y="210248"/>
                  <a:pt x="1030469" y="220118"/>
                  <a:pt x="900000" y="229992"/>
                </a:cubicBezTo>
                <a:cubicBezTo>
                  <a:pt x="771991" y="257133"/>
                  <a:pt x="604596" y="229992"/>
                  <a:pt x="365809" y="229992"/>
                </a:cubicBezTo>
                <a:cubicBezTo>
                  <a:pt x="303924" y="229992"/>
                  <a:pt x="251221" y="226021"/>
                  <a:pt x="207293" y="220009"/>
                </a:cubicBezTo>
                <a:cubicBezTo>
                  <a:pt x="204039" y="219562"/>
                  <a:pt x="200838" y="219107"/>
                  <a:pt x="197681" y="218640"/>
                </a:cubicBezTo>
                <a:cubicBezTo>
                  <a:pt x="111877" y="205952"/>
                  <a:pt x="61517" y="185572"/>
                  <a:pt x="43324" y="173238"/>
                </a:cubicBezTo>
                <a:cubicBezTo>
                  <a:pt x="16248" y="139513"/>
                  <a:pt x="0" y="64167"/>
                  <a:pt x="151642" y="32585"/>
                </a:cubicBezTo>
                <a:cubicBezTo>
                  <a:pt x="166223" y="29544"/>
                  <a:pt x="181638" y="26786"/>
                  <a:pt x="197681" y="24285"/>
                </a:cubicBezTo>
                <a:cubicBezTo>
                  <a:pt x="348425" y="789"/>
                  <a:pt x="554478" y="0"/>
                  <a:pt x="646443" y="2971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07617" y="3333077"/>
            <a:ext cx="1233317" cy="257134"/>
          </a:xfrm>
          <a:custGeom>
            <a:avLst/>
            <a:gdLst/>
            <a:ahLst/>
            <a:cxnLst/>
            <a:rect l="0" t="0" r="0" b="0"/>
            <a:pathLst>
              <a:path w="1233317" h="257134">
                <a:moveTo>
                  <a:pt x="197681" y="218640"/>
                </a:moveTo>
                <a:cubicBezTo>
                  <a:pt x="111877" y="205952"/>
                  <a:pt x="61518" y="185573"/>
                  <a:pt x="43326" y="173237"/>
                </a:cubicBezTo>
                <a:cubicBezTo>
                  <a:pt x="16247" y="139513"/>
                  <a:pt x="0" y="64168"/>
                  <a:pt x="151641" y="32583"/>
                </a:cubicBezTo>
                <a:cubicBezTo>
                  <a:pt x="166225" y="29546"/>
                  <a:pt x="181640" y="26788"/>
                  <a:pt x="197681" y="24287"/>
                </a:cubicBezTo>
                <a:moveTo>
                  <a:pt x="197681" y="218640"/>
                </a:moveTo>
                <a:cubicBezTo>
                  <a:pt x="181882" y="207983"/>
                  <a:pt x="164104" y="192182"/>
                  <a:pt x="150851" y="173237"/>
                </a:cubicBezTo>
                <a:moveTo>
                  <a:pt x="207293" y="220008"/>
                </a:moveTo>
                <a:cubicBezTo>
                  <a:pt x="204041" y="219563"/>
                  <a:pt x="200837" y="219107"/>
                  <a:pt x="197681" y="218640"/>
                </a:cubicBezTo>
                <a:moveTo>
                  <a:pt x="197681" y="24287"/>
                </a:moveTo>
                <a:cubicBezTo>
                  <a:pt x="348427" y="788"/>
                  <a:pt x="554480" y="0"/>
                  <a:pt x="646445" y="2973"/>
                </a:cubicBezTo>
                <a:cubicBezTo>
                  <a:pt x="754760" y="16788"/>
                  <a:pt x="1013240" y="49858"/>
                  <a:pt x="1128940" y="64666"/>
                </a:cubicBezTo>
                <a:cubicBezTo>
                  <a:pt x="1166686" y="70424"/>
                  <a:pt x="1233317" y="94770"/>
                  <a:pt x="1197868" y="146094"/>
                </a:cubicBezTo>
                <a:cubicBezTo>
                  <a:pt x="1153557" y="210250"/>
                  <a:pt x="1030472" y="220120"/>
                  <a:pt x="900001" y="229991"/>
                </a:cubicBezTo>
                <a:cubicBezTo>
                  <a:pt x="771992" y="257134"/>
                  <a:pt x="604596" y="229991"/>
                  <a:pt x="365810" y="229991"/>
                </a:cubicBezTo>
                <a:cubicBezTo>
                  <a:pt x="303925" y="229991"/>
                  <a:pt x="251220" y="226020"/>
                  <a:pt x="207293" y="220008"/>
                </a:cubicBezTo>
                <a:moveTo>
                  <a:pt x="150851" y="173237"/>
                </a:moveTo>
                <a:cubicBezTo>
                  <a:pt x="121774" y="131671"/>
                  <a:pt x="114483" y="74974"/>
                  <a:pt x="197681" y="24287"/>
                </a:cubicBezTo>
                <a:moveTo>
                  <a:pt x="150851" y="173237"/>
                </a:moveTo>
                <a:cubicBezTo>
                  <a:pt x="162456" y="174548"/>
                  <a:pt x="188069" y="180535"/>
                  <a:pt x="197681" y="193992"/>
                </a:cubicBezTo>
                <a:cubicBezTo>
                  <a:pt x="207293" y="207450"/>
                  <a:pt x="208094" y="216943"/>
                  <a:pt x="207293" y="220008"/>
                </a:cubicBezTo>
                <a:moveTo>
                  <a:pt x="868148" y="121899"/>
                </a:moveTo>
                <a:cubicBezTo>
                  <a:pt x="861740" y="125904"/>
                  <a:pt x="850846" y="136318"/>
                  <a:pt x="858536" y="145930"/>
                </a:cubicBezTo>
                <a:cubicBezTo>
                  <a:pt x="866226" y="155542"/>
                  <a:pt x="882567" y="156344"/>
                  <a:pt x="889776" y="155542"/>
                </a:cubicBezTo>
                <a:cubicBezTo>
                  <a:pt x="896593" y="152338"/>
                  <a:pt x="908181" y="142566"/>
                  <a:pt x="900001" y="129108"/>
                </a:cubicBezTo>
                <a:cubicBezTo>
                  <a:pt x="891821" y="115651"/>
                  <a:pt x="875357" y="118695"/>
                  <a:pt x="868148" y="121899"/>
                </a:cubicBezTo>
                <a:close/>
                <a:moveTo>
                  <a:pt x="846520" y="174767"/>
                </a:moveTo>
                <a:cubicBezTo>
                  <a:pt x="843316" y="178773"/>
                  <a:pt x="837869" y="187744"/>
                  <a:pt x="841714" y="191589"/>
                </a:cubicBezTo>
                <a:cubicBezTo>
                  <a:pt x="845559" y="195434"/>
                  <a:pt x="854531" y="193191"/>
                  <a:pt x="858536" y="191589"/>
                </a:cubicBezTo>
                <a:cubicBezTo>
                  <a:pt x="860138" y="190788"/>
                  <a:pt x="863342" y="187744"/>
                  <a:pt x="863342" y="181977"/>
                </a:cubicBezTo>
                <a:cubicBezTo>
                  <a:pt x="863342" y="174767"/>
                  <a:pt x="856132" y="172364"/>
                  <a:pt x="846520" y="174767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2385" y="2972152"/>
            <a:ext cx="805083" cy="367472"/>
          </a:xfrm>
          <a:custGeom>
            <a:avLst/>
            <a:gdLst/>
            <a:ahLst/>
            <a:cxnLst/>
            <a:rect l="0" t="0" r="0" b="0"/>
            <a:pathLst>
              <a:path w="805083" h="367472">
                <a:moveTo>
                  <a:pt x="238819" y="367472"/>
                </a:moveTo>
                <a:cubicBezTo>
                  <a:pt x="199424" y="365849"/>
                  <a:pt x="110794" y="351409"/>
                  <a:pt x="61554" y="296898"/>
                </a:cubicBezTo>
                <a:cubicBezTo>
                  <a:pt x="0" y="228756"/>
                  <a:pt x="17234" y="146016"/>
                  <a:pt x="39394" y="107077"/>
                </a:cubicBezTo>
                <a:cubicBezTo>
                  <a:pt x="61554" y="68142"/>
                  <a:pt x="123104" y="26770"/>
                  <a:pt x="194503" y="21901"/>
                </a:cubicBezTo>
                <a:cubicBezTo>
                  <a:pt x="265899" y="17037"/>
                  <a:pt x="337299" y="0"/>
                  <a:pt x="416084" y="2436"/>
                </a:cubicBezTo>
                <a:cubicBezTo>
                  <a:pt x="494869" y="4868"/>
                  <a:pt x="544109" y="4868"/>
                  <a:pt x="595813" y="21901"/>
                </a:cubicBezTo>
                <a:cubicBezTo>
                  <a:pt x="647514" y="38939"/>
                  <a:pt x="711528" y="70574"/>
                  <a:pt x="758304" y="124114"/>
                </a:cubicBezTo>
                <a:cubicBezTo>
                  <a:pt x="805083" y="177651"/>
                  <a:pt x="773078" y="233624"/>
                  <a:pt x="765693" y="253094"/>
                </a:cubicBezTo>
                <a:cubicBezTo>
                  <a:pt x="758304" y="272563"/>
                  <a:pt x="736148" y="335833"/>
                  <a:pt x="640128" y="352871"/>
                </a:cubicBezTo>
                <a:cubicBezTo>
                  <a:pt x="563313" y="366497"/>
                  <a:pt x="536723" y="362603"/>
                  <a:pt x="475173" y="362603"/>
                </a:cubicBezTo>
                <a:cubicBezTo>
                  <a:pt x="405417" y="362603"/>
                  <a:pt x="285598" y="362603"/>
                  <a:pt x="238819" y="367472"/>
                </a:cubicBez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2387" y="2972154"/>
            <a:ext cx="805083" cy="367469"/>
          </a:xfrm>
          <a:custGeom>
            <a:avLst/>
            <a:gdLst/>
            <a:ahLst/>
            <a:cxnLst/>
            <a:rect l="0" t="0" r="0" b="0"/>
            <a:pathLst>
              <a:path w="805083" h="367469">
                <a:moveTo>
                  <a:pt x="416082" y="2433"/>
                </a:moveTo>
                <a:cubicBezTo>
                  <a:pt x="337297" y="0"/>
                  <a:pt x="265898" y="17035"/>
                  <a:pt x="194500" y="21901"/>
                </a:cubicBezTo>
                <a:cubicBezTo>
                  <a:pt x="123101" y="26769"/>
                  <a:pt x="61550" y="68139"/>
                  <a:pt x="39392" y="107077"/>
                </a:cubicBezTo>
                <a:cubicBezTo>
                  <a:pt x="17234" y="146014"/>
                  <a:pt x="0" y="228754"/>
                  <a:pt x="61550" y="296894"/>
                </a:cubicBezTo>
                <a:cubicBezTo>
                  <a:pt x="110791" y="351406"/>
                  <a:pt x="199424" y="365847"/>
                  <a:pt x="238816" y="367469"/>
                </a:cubicBezTo>
                <a:cubicBezTo>
                  <a:pt x="285595" y="362602"/>
                  <a:pt x="405413" y="362601"/>
                  <a:pt x="475171" y="362602"/>
                </a:cubicBezTo>
                <a:cubicBezTo>
                  <a:pt x="536721" y="362602"/>
                  <a:pt x="563311" y="366495"/>
                  <a:pt x="640127" y="352867"/>
                </a:cubicBezTo>
                <a:cubicBezTo>
                  <a:pt x="736146" y="335833"/>
                  <a:pt x="758304" y="272560"/>
                  <a:pt x="765690" y="253091"/>
                </a:cubicBezTo>
                <a:cubicBezTo>
                  <a:pt x="773076" y="233623"/>
                  <a:pt x="805083" y="177651"/>
                  <a:pt x="758304" y="124112"/>
                </a:cubicBezTo>
                <a:moveTo>
                  <a:pt x="758304" y="124112"/>
                </a:moveTo>
                <a:cubicBezTo>
                  <a:pt x="711525" y="70574"/>
                  <a:pt x="647513" y="38938"/>
                  <a:pt x="595810" y="21901"/>
                </a:cubicBezTo>
                <a:cubicBezTo>
                  <a:pt x="544107" y="4866"/>
                  <a:pt x="494867" y="4867"/>
                  <a:pt x="416082" y="2433"/>
                </a:cubicBezTo>
                <a:moveTo>
                  <a:pt x="758304" y="124112"/>
                </a:moveTo>
                <a:cubicBezTo>
                  <a:pt x="758304" y="176338"/>
                  <a:pt x="719811" y="163205"/>
                  <a:pt x="657330" y="107077"/>
                </a:cubicBezTo>
                <a:cubicBezTo>
                  <a:pt x="607346" y="62174"/>
                  <a:pt x="475671" y="18605"/>
                  <a:pt x="416082" y="2433"/>
                </a:cubicBezTo>
                <a:moveTo>
                  <a:pt x="657330" y="180027"/>
                </a:moveTo>
                <a:cubicBezTo>
                  <a:pt x="665341" y="177623"/>
                  <a:pt x="682803" y="175701"/>
                  <a:pt x="688571" y="187236"/>
                </a:cubicBezTo>
                <a:cubicBezTo>
                  <a:pt x="694338" y="198771"/>
                  <a:pt x="684565" y="209665"/>
                  <a:pt x="678958" y="213670"/>
                </a:cubicBezTo>
                <a:cubicBezTo>
                  <a:pt x="666142" y="218476"/>
                  <a:pt x="641470" y="224244"/>
                  <a:pt x="645315" y="208864"/>
                </a:cubicBezTo>
                <a:cubicBezTo>
                  <a:pt x="650121" y="189639"/>
                  <a:pt x="642912" y="181807"/>
                  <a:pt x="657330" y="180027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771" y="2727220"/>
            <a:ext cx="931401" cy="255437"/>
          </a:xfrm>
          <a:custGeom>
            <a:avLst/>
            <a:gdLst/>
            <a:ahLst/>
            <a:cxnLst/>
            <a:rect l="0" t="0" r="0" b="0"/>
            <a:pathLst>
              <a:path w="931401" h="255437">
                <a:moveTo>
                  <a:pt x="345977" y="12277"/>
                </a:moveTo>
                <a:cubicBezTo>
                  <a:pt x="304263" y="13916"/>
                  <a:pt x="196299" y="28489"/>
                  <a:pt x="98149" y="73682"/>
                </a:cubicBezTo>
                <a:cubicBezTo>
                  <a:pt x="0" y="118876"/>
                  <a:pt x="29444" y="159647"/>
                  <a:pt x="56436" y="174385"/>
                </a:cubicBezTo>
                <a:cubicBezTo>
                  <a:pt x="79062" y="181702"/>
                  <a:pt x="116037" y="192313"/>
                  <a:pt x="159067" y="202392"/>
                </a:cubicBezTo>
                <a:cubicBezTo>
                  <a:pt x="217130" y="215991"/>
                  <a:pt x="286222" y="228619"/>
                  <a:pt x="345977" y="230878"/>
                </a:cubicBezTo>
                <a:cubicBezTo>
                  <a:pt x="476023" y="235790"/>
                  <a:pt x="552090" y="255437"/>
                  <a:pt x="642879" y="243156"/>
                </a:cubicBezTo>
                <a:cubicBezTo>
                  <a:pt x="733668" y="230878"/>
                  <a:pt x="861262" y="216140"/>
                  <a:pt x="895615" y="179298"/>
                </a:cubicBezTo>
                <a:cubicBezTo>
                  <a:pt x="920714" y="152379"/>
                  <a:pt x="931401" y="120220"/>
                  <a:pt x="919075" y="98137"/>
                </a:cubicBezTo>
                <a:cubicBezTo>
                  <a:pt x="914529" y="89999"/>
                  <a:pt x="906854" y="83226"/>
                  <a:pt x="895615" y="78595"/>
                </a:cubicBezTo>
                <a:cubicBezTo>
                  <a:pt x="853901" y="61401"/>
                  <a:pt x="748390" y="12277"/>
                  <a:pt x="623248" y="12277"/>
                </a:cubicBezTo>
                <a:cubicBezTo>
                  <a:pt x="498106" y="12277"/>
                  <a:pt x="438634" y="0"/>
                  <a:pt x="345977" y="12277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770" y="2727219"/>
            <a:ext cx="931403" cy="255439"/>
          </a:xfrm>
          <a:custGeom>
            <a:avLst/>
            <a:gdLst/>
            <a:ahLst/>
            <a:cxnLst/>
            <a:rect l="0" t="0" r="0" b="0"/>
            <a:pathLst>
              <a:path w="931403" h="255439">
                <a:moveTo>
                  <a:pt x="159069" y="202394"/>
                </a:moveTo>
                <a:cubicBezTo>
                  <a:pt x="116039" y="192316"/>
                  <a:pt x="79065" y="181705"/>
                  <a:pt x="56436" y="174386"/>
                </a:cubicBezTo>
                <a:cubicBezTo>
                  <a:pt x="29444" y="159650"/>
                  <a:pt x="0" y="118877"/>
                  <a:pt x="98149" y="73684"/>
                </a:cubicBezTo>
                <a:cubicBezTo>
                  <a:pt x="196299" y="28491"/>
                  <a:pt x="304263" y="13918"/>
                  <a:pt x="345977" y="12280"/>
                </a:cubicBezTo>
                <a:cubicBezTo>
                  <a:pt x="438635" y="0"/>
                  <a:pt x="498109" y="12280"/>
                  <a:pt x="623250" y="12280"/>
                </a:cubicBezTo>
                <a:cubicBezTo>
                  <a:pt x="748390" y="12280"/>
                  <a:pt x="853901" y="61403"/>
                  <a:pt x="895615" y="78596"/>
                </a:cubicBezTo>
                <a:cubicBezTo>
                  <a:pt x="906852" y="83228"/>
                  <a:pt x="914528" y="89999"/>
                  <a:pt x="919074" y="98140"/>
                </a:cubicBezTo>
                <a:moveTo>
                  <a:pt x="159069" y="202394"/>
                </a:moveTo>
                <a:cubicBezTo>
                  <a:pt x="217131" y="215993"/>
                  <a:pt x="286222" y="228621"/>
                  <a:pt x="345977" y="230878"/>
                </a:cubicBezTo>
                <a:cubicBezTo>
                  <a:pt x="476025" y="235790"/>
                  <a:pt x="552091" y="255439"/>
                  <a:pt x="642880" y="243158"/>
                </a:cubicBezTo>
                <a:cubicBezTo>
                  <a:pt x="733668" y="230878"/>
                  <a:pt x="861263" y="216141"/>
                  <a:pt x="895615" y="179299"/>
                </a:cubicBezTo>
                <a:cubicBezTo>
                  <a:pt x="920713" y="152382"/>
                  <a:pt x="931403" y="120220"/>
                  <a:pt x="919074" y="98140"/>
                </a:cubicBezTo>
                <a:moveTo>
                  <a:pt x="919074" y="98140"/>
                </a:moveTo>
                <a:cubicBezTo>
                  <a:pt x="833186" y="201474"/>
                  <a:pt x="697365" y="230878"/>
                  <a:pt x="538759" y="202394"/>
                </a:cubicBezTo>
                <a:cubicBezTo>
                  <a:pt x="411875" y="179606"/>
                  <a:pt x="232764" y="192899"/>
                  <a:pt x="159069" y="202394"/>
                </a:cubicBezTo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9837" y="2347397"/>
            <a:ext cx="686385" cy="396252"/>
          </a:xfrm>
          <a:custGeom>
            <a:avLst/>
            <a:gdLst/>
            <a:ahLst/>
            <a:cxnLst/>
            <a:rect l="0" t="0" r="0" b="0"/>
            <a:pathLst>
              <a:path w="686385" h="396252">
                <a:moveTo>
                  <a:pt x="282123" y="2436"/>
                </a:moveTo>
                <a:cubicBezTo>
                  <a:pt x="306969" y="0"/>
                  <a:pt x="313013" y="13481"/>
                  <a:pt x="338261" y="15620"/>
                </a:cubicBezTo>
                <a:cubicBezTo>
                  <a:pt x="363401" y="17746"/>
                  <a:pt x="395925" y="18354"/>
                  <a:pt x="438030" y="19578"/>
                </a:cubicBezTo>
                <a:lnTo>
                  <a:pt x="444433" y="19832"/>
                </a:lnTo>
                <a:cubicBezTo>
                  <a:pt x="465851" y="20895"/>
                  <a:pt x="487947" y="24120"/>
                  <a:pt x="509027" y="28401"/>
                </a:cubicBezTo>
                <a:cubicBezTo>
                  <a:pt x="549074" y="36531"/>
                  <a:pt x="585456" y="48478"/>
                  <a:pt x="606557" y="56685"/>
                </a:cubicBezTo>
                <a:lnTo>
                  <a:pt x="612698" y="59146"/>
                </a:lnTo>
                <a:cubicBezTo>
                  <a:pt x="623635" y="63917"/>
                  <a:pt x="639992" y="73948"/>
                  <a:pt x="654444" y="88868"/>
                </a:cubicBezTo>
                <a:cubicBezTo>
                  <a:pt x="668916" y="103807"/>
                  <a:pt x="681734" y="123925"/>
                  <a:pt x="684867" y="148783"/>
                </a:cubicBezTo>
                <a:lnTo>
                  <a:pt x="685173" y="151779"/>
                </a:lnTo>
                <a:cubicBezTo>
                  <a:pt x="686385" y="166867"/>
                  <a:pt x="682700" y="183808"/>
                  <a:pt x="675552" y="201353"/>
                </a:cubicBezTo>
                <a:cubicBezTo>
                  <a:pt x="667910" y="220122"/>
                  <a:pt x="656171" y="239926"/>
                  <a:pt x="641639" y="259452"/>
                </a:cubicBezTo>
                <a:cubicBezTo>
                  <a:pt x="612577" y="298488"/>
                  <a:pt x="572003" y="336868"/>
                  <a:pt x="529495" y="364138"/>
                </a:cubicBezTo>
                <a:cubicBezTo>
                  <a:pt x="509945" y="376681"/>
                  <a:pt x="490008" y="386591"/>
                  <a:pt x="469318" y="394198"/>
                </a:cubicBezTo>
                <a:cubicBezTo>
                  <a:pt x="416615" y="393642"/>
                  <a:pt x="375896" y="391085"/>
                  <a:pt x="338112" y="389720"/>
                </a:cubicBezTo>
                <a:cubicBezTo>
                  <a:pt x="295673" y="388190"/>
                  <a:pt x="257129" y="388186"/>
                  <a:pt x="210204" y="394327"/>
                </a:cubicBezTo>
                <a:cubicBezTo>
                  <a:pt x="203298" y="394605"/>
                  <a:pt x="194648" y="395221"/>
                  <a:pt x="184577" y="396252"/>
                </a:cubicBezTo>
                <a:cubicBezTo>
                  <a:pt x="81784" y="365495"/>
                  <a:pt x="43304" y="278270"/>
                  <a:pt x="20915" y="236850"/>
                </a:cubicBezTo>
                <a:lnTo>
                  <a:pt x="18575" y="232593"/>
                </a:lnTo>
                <a:cubicBezTo>
                  <a:pt x="5573" y="209383"/>
                  <a:pt x="0" y="172130"/>
                  <a:pt x="4409" y="136243"/>
                </a:cubicBezTo>
                <a:cubicBezTo>
                  <a:pt x="8810" y="100376"/>
                  <a:pt x="23375" y="64429"/>
                  <a:pt x="52223" y="44923"/>
                </a:cubicBezTo>
                <a:lnTo>
                  <a:pt x="54446" y="43477"/>
                </a:lnTo>
                <a:cubicBezTo>
                  <a:pt x="65862" y="36330"/>
                  <a:pt x="81619" y="30446"/>
                  <a:pt x="99438" y="25574"/>
                </a:cubicBezTo>
                <a:cubicBezTo>
                  <a:pt x="118533" y="20351"/>
                  <a:pt x="140391" y="16179"/>
                  <a:pt x="162595" y="12897"/>
                </a:cubicBezTo>
                <a:cubicBezTo>
                  <a:pt x="207003" y="6330"/>
                  <a:pt x="253150" y="3257"/>
                  <a:pt x="282123" y="2436"/>
                </a:cubicBezTo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89839" y="2347397"/>
            <a:ext cx="686384" cy="396252"/>
          </a:xfrm>
          <a:custGeom>
            <a:avLst/>
            <a:gdLst/>
            <a:ahLst/>
            <a:cxnLst/>
            <a:rect l="0" t="0" r="0" b="0"/>
            <a:pathLst>
              <a:path w="686384" h="396252">
                <a:moveTo>
                  <a:pt x="282123" y="2435"/>
                </a:moveTo>
                <a:cubicBezTo>
                  <a:pt x="306967" y="0"/>
                  <a:pt x="313011" y="13482"/>
                  <a:pt x="338262" y="15619"/>
                </a:cubicBezTo>
                <a:cubicBezTo>
                  <a:pt x="363401" y="17747"/>
                  <a:pt x="395922" y="18352"/>
                  <a:pt x="438029" y="19580"/>
                </a:cubicBezTo>
                <a:lnTo>
                  <a:pt x="444431" y="19834"/>
                </a:lnTo>
                <a:cubicBezTo>
                  <a:pt x="465849" y="20897"/>
                  <a:pt x="487944" y="24119"/>
                  <a:pt x="509024" y="28400"/>
                </a:cubicBezTo>
                <a:cubicBezTo>
                  <a:pt x="549072" y="36531"/>
                  <a:pt x="585454" y="48480"/>
                  <a:pt x="606556" y="56687"/>
                </a:cubicBezTo>
                <a:lnTo>
                  <a:pt x="612698" y="59146"/>
                </a:lnTo>
                <a:lnTo>
                  <a:pt x="612785" y="59184"/>
                </a:lnTo>
                <a:cubicBezTo>
                  <a:pt x="623633" y="63917"/>
                  <a:pt x="639990" y="73949"/>
                  <a:pt x="654441" y="88867"/>
                </a:cubicBezTo>
                <a:cubicBezTo>
                  <a:pt x="668913" y="103808"/>
                  <a:pt x="681730" y="123924"/>
                  <a:pt x="684864" y="148782"/>
                </a:cubicBezTo>
                <a:lnTo>
                  <a:pt x="685173" y="151777"/>
                </a:lnTo>
                <a:cubicBezTo>
                  <a:pt x="686384" y="166869"/>
                  <a:pt x="682697" y="183809"/>
                  <a:pt x="675553" y="201355"/>
                </a:cubicBezTo>
                <a:cubicBezTo>
                  <a:pt x="667910" y="220125"/>
                  <a:pt x="656171" y="239928"/>
                  <a:pt x="641636" y="259453"/>
                </a:cubicBezTo>
                <a:cubicBezTo>
                  <a:pt x="612576" y="298491"/>
                  <a:pt x="572000" y="336868"/>
                  <a:pt x="529493" y="364139"/>
                </a:cubicBezTo>
                <a:cubicBezTo>
                  <a:pt x="509945" y="376680"/>
                  <a:pt x="490007" y="386592"/>
                  <a:pt x="469316" y="394200"/>
                </a:cubicBezTo>
                <a:cubicBezTo>
                  <a:pt x="416615" y="393644"/>
                  <a:pt x="375895" y="391087"/>
                  <a:pt x="338112" y="389722"/>
                </a:cubicBezTo>
                <a:cubicBezTo>
                  <a:pt x="295673" y="388189"/>
                  <a:pt x="257128" y="388184"/>
                  <a:pt x="210203" y="394329"/>
                </a:cubicBezTo>
                <a:cubicBezTo>
                  <a:pt x="203298" y="394603"/>
                  <a:pt x="194647" y="395222"/>
                  <a:pt x="184575" y="396252"/>
                </a:cubicBezTo>
                <a:cubicBezTo>
                  <a:pt x="81781" y="365495"/>
                  <a:pt x="43304" y="278269"/>
                  <a:pt x="20915" y="236850"/>
                </a:cubicBezTo>
                <a:lnTo>
                  <a:pt x="18576" y="232592"/>
                </a:lnTo>
                <a:cubicBezTo>
                  <a:pt x="5571" y="209381"/>
                  <a:pt x="0" y="172131"/>
                  <a:pt x="4406" y="136244"/>
                </a:cubicBezTo>
                <a:cubicBezTo>
                  <a:pt x="8810" y="100376"/>
                  <a:pt x="23372" y="64429"/>
                  <a:pt x="52222" y="44924"/>
                </a:cubicBezTo>
                <a:lnTo>
                  <a:pt x="54446" y="43479"/>
                </a:lnTo>
                <a:cubicBezTo>
                  <a:pt x="65859" y="36332"/>
                  <a:pt x="81617" y="30448"/>
                  <a:pt x="99436" y="25574"/>
                </a:cubicBezTo>
                <a:cubicBezTo>
                  <a:pt x="118533" y="20350"/>
                  <a:pt x="140391" y="16180"/>
                  <a:pt x="162594" y="12897"/>
                </a:cubicBezTo>
                <a:cubicBezTo>
                  <a:pt x="207001" y="6332"/>
                  <a:pt x="253149" y="3256"/>
                  <a:pt x="282123" y="2435"/>
                </a:cubicBezTo>
                <a:close/>
                <a:moveTo>
                  <a:pt x="282123" y="2435"/>
                </a:moveTo>
                <a:lnTo>
                  <a:pt x="283566" y="2397"/>
                </a:lnTo>
                <a:moveTo>
                  <a:pt x="210203" y="394329"/>
                </a:moveTo>
                <a:cubicBezTo>
                  <a:pt x="297022" y="369848"/>
                  <a:pt x="482427" y="290780"/>
                  <a:pt x="529493" y="170360"/>
                </a:cubicBezTo>
                <a:cubicBezTo>
                  <a:pt x="576560" y="49939"/>
                  <a:pt x="535458" y="25544"/>
                  <a:pt x="509024" y="28400"/>
                </a:cubicBezTo>
                <a:moveTo>
                  <a:pt x="331194" y="236850"/>
                </a:moveTo>
                <a:cubicBezTo>
                  <a:pt x="334398" y="228304"/>
                  <a:pt x="344171" y="211213"/>
                  <a:pt x="357628" y="211213"/>
                </a:cubicBezTo>
                <a:cubicBezTo>
                  <a:pt x="371086" y="211213"/>
                  <a:pt x="372848" y="220825"/>
                  <a:pt x="372047" y="225631"/>
                </a:cubicBezTo>
                <a:cubicBezTo>
                  <a:pt x="372047" y="229636"/>
                  <a:pt x="369164" y="240050"/>
                  <a:pt x="357628" y="249662"/>
                </a:cubicBezTo>
                <a:cubicBezTo>
                  <a:pt x="343210" y="261678"/>
                  <a:pt x="328791" y="262488"/>
                  <a:pt x="331194" y="236850"/>
                </a:cubicBezTo>
                <a:close/>
                <a:moveTo>
                  <a:pt x="393675" y="213616"/>
                </a:moveTo>
                <a:cubicBezTo>
                  <a:pt x="395277" y="208810"/>
                  <a:pt x="401365" y="200639"/>
                  <a:pt x="412900" y="206406"/>
                </a:cubicBezTo>
                <a:cubicBezTo>
                  <a:pt x="424435" y="212174"/>
                  <a:pt x="420910" y="224830"/>
                  <a:pt x="417706" y="230437"/>
                </a:cubicBezTo>
                <a:cubicBezTo>
                  <a:pt x="412900" y="234713"/>
                  <a:pt x="402326" y="241980"/>
                  <a:pt x="398481" y="236850"/>
                </a:cubicBezTo>
                <a:cubicBezTo>
                  <a:pt x="393675" y="230437"/>
                  <a:pt x="388869" y="225631"/>
                  <a:pt x="393675" y="213616"/>
                </a:cubicBezTo>
                <a:close/>
                <a:moveTo>
                  <a:pt x="71659" y="93460"/>
                </a:moveTo>
                <a:cubicBezTo>
                  <a:pt x="69255" y="105476"/>
                  <a:pt x="69255" y="126623"/>
                  <a:pt x="88480" y="115088"/>
                </a:cubicBezTo>
                <a:cubicBezTo>
                  <a:pt x="112512" y="100669"/>
                  <a:pt x="122124" y="69429"/>
                  <a:pt x="99436" y="64623"/>
                </a:cubicBezTo>
                <a:cubicBezTo>
                  <a:pt x="81285" y="60778"/>
                  <a:pt x="73355" y="82246"/>
                  <a:pt x="71659" y="93460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8877" y="2122107"/>
            <a:ext cx="704477" cy="270691"/>
          </a:xfrm>
          <a:custGeom>
            <a:avLst/>
            <a:gdLst/>
            <a:ahLst/>
            <a:cxnLst/>
            <a:rect l="0" t="0" r="0" b="0"/>
            <a:pathLst>
              <a:path w="704477" h="270691">
                <a:moveTo>
                  <a:pt x="84398" y="2013"/>
                </a:moveTo>
                <a:cubicBezTo>
                  <a:pt x="129446" y="0"/>
                  <a:pt x="183659" y="4771"/>
                  <a:pt x="219820" y="9781"/>
                </a:cubicBezTo>
                <a:cubicBezTo>
                  <a:pt x="248306" y="13167"/>
                  <a:pt x="272950" y="16481"/>
                  <a:pt x="354280" y="29492"/>
                </a:cubicBezTo>
                <a:cubicBezTo>
                  <a:pt x="364254" y="31087"/>
                  <a:pt x="375083" y="32830"/>
                  <a:pt x="386873" y="34735"/>
                </a:cubicBezTo>
                <a:cubicBezTo>
                  <a:pt x="441412" y="43546"/>
                  <a:pt x="464611" y="53689"/>
                  <a:pt x="489287" y="66382"/>
                </a:cubicBezTo>
                <a:cubicBezTo>
                  <a:pt x="513517" y="78841"/>
                  <a:pt x="538970" y="93623"/>
                  <a:pt x="598680" y="112187"/>
                </a:cubicBezTo>
                <a:lnTo>
                  <a:pt x="603178" y="113612"/>
                </a:lnTo>
                <a:cubicBezTo>
                  <a:pt x="649016" y="128488"/>
                  <a:pt x="675190" y="146781"/>
                  <a:pt x="689034" y="164330"/>
                </a:cubicBezTo>
                <a:cubicBezTo>
                  <a:pt x="703370" y="182503"/>
                  <a:pt x="704477" y="199976"/>
                  <a:pt x="699995" y="211102"/>
                </a:cubicBezTo>
                <a:cubicBezTo>
                  <a:pt x="694273" y="227310"/>
                  <a:pt x="670616" y="256364"/>
                  <a:pt x="618770" y="270691"/>
                </a:cubicBezTo>
                <a:cubicBezTo>
                  <a:pt x="583113" y="258965"/>
                  <a:pt x="533087" y="246043"/>
                  <a:pt x="486155" y="243655"/>
                </a:cubicBezTo>
                <a:lnTo>
                  <a:pt x="479736" y="243393"/>
                </a:lnTo>
                <a:cubicBezTo>
                  <a:pt x="440349" y="242217"/>
                  <a:pt x="409661" y="241605"/>
                  <a:pt x="385540" y="239761"/>
                </a:cubicBezTo>
                <a:lnTo>
                  <a:pt x="380805" y="239374"/>
                </a:lnTo>
                <a:cubicBezTo>
                  <a:pt x="369191" y="238368"/>
                  <a:pt x="362148" y="234768"/>
                  <a:pt x="354280" y="231313"/>
                </a:cubicBezTo>
                <a:cubicBezTo>
                  <a:pt x="346226" y="227773"/>
                  <a:pt x="337697" y="224636"/>
                  <a:pt x="324276" y="225949"/>
                </a:cubicBezTo>
                <a:cubicBezTo>
                  <a:pt x="315288" y="226211"/>
                  <a:pt x="304657" y="226698"/>
                  <a:pt x="292951" y="227439"/>
                </a:cubicBezTo>
                <a:cubicBezTo>
                  <a:pt x="258506" y="219397"/>
                  <a:pt x="227656" y="209894"/>
                  <a:pt x="200443" y="200858"/>
                </a:cubicBezTo>
                <a:cubicBezTo>
                  <a:pt x="168285" y="190183"/>
                  <a:pt x="141595" y="180317"/>
                  <a:pt x="119633" y="174124"/>
                </a:cubicBezTo>
                <a:cubicBezTo>
                  <a:pt x="96426" y="167576"/>
                  <a:pt x="67473" y="148251"/>
                  <a:pt x="44085" y="123865"/>
                </a:cubicBezTo>
                <a:cubicBezTo>
                  <a:pt x="21483" y="100300"/>
                  <a:pt x="3136" y="71021"/>
                  <a:pt x="821" y="42628"/>
                </a:cubicBezTo>
                <a:lnTo>
                  <a:pt x="821" y="39885"/>
                </a:lnTo>
                <a:cubicBezTo>
                  <a:pt x="0" y="25340"/>
                  <a:pt x="11665" y="16453"/>
                  <a:pt x="26327" y="11150"/>
                </a:cubicBezTo>
                <a:cubicBezTo>
                  <a:pt x="41335" y="5722"/>
                  <a:pt x="61940" y="3016"/>
                  <a:pt x="84398" y="2013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8876" y="2122109"/>
            <a:ext cx="704476" cy="270688"/>
          </a:xfrm>
          <a:custGeom>
            <a:avLst/>
            <a:gdLst/>
            <a:ahLst/>
            <a:cxnLst/>
            <a:rect l="0" t="0" r="0" b="0"/>
            <a:pathLst>
              <a:path w="704476" h="270688">
                <a:moveTo>
                  <a:pt x="84399" y="2012"/>
                </a:moveTo>
                <a:cubicBezTo>
                  <a:pt x="129447" y="0"/>
                  <a:pt x="183659" y="4772"/>
                  <a:pt x="219820" y="9779"/>
                </a:cubicBezTo>
                <a:cubicBezTo>
                  <a:pt x="248308" y="13167"/>
                  <a:pt x="272951" y="16481"/>
                  <a:pt x="354282" y="29491"/>
                </a:cubicBezTo>
                <a:cubicBezTo>
                  <a:pt x="364256" y="31087"/>
                  <a:pt x="375083" y="32828"/>
                  <a:pt x="386874" y="34733"/>
                </a:cubicBezTo>
                <a:cubicBezTo>
                  <a:pt x="441412" y="43545"/>
                  <a:pt x="464611" y="53688"/>
                  <a:pt x="489290" y="66379"/>
                </a:cubicBezTo>
                <a:cubicBezTo>
                  <a:pt x="513519" y="78838"/>
                  <a:pt x="538973" y="93622"/>
                  <a:pt x="598683" y="112185"/>
                </a:cubicBezTo>
                <a:lnTo>
                  <a:pt x="603181" y="113612"/>
                </a:lnTo>
                <a:cubicBezTo>
                  <a:pt x="649016" y="128484"/>
                  <a:pt x="675189" y="146779"/>
                  <a:pt x="689034" y="164328"/>
                </a:cubicBezTo>
                <a:cubicBezTo>
                  <a:pt x="703371" y="182502"/>
                  <a:pt x="704476" y="199976"/>
                  <a:pt x="699996" y="211099"/>
                </a:cubicBezTo>
                <a:cubicBezTo>
                  <a:pt x="694273" y="227310"/>
                  <a:pt x="670616" y="256361"/>
                  <a:pt x="618770" y="270688"/>
                </a:cubicBezTo>
                <a:cubicBezTo>
                  <a:pt x="583112" y="258964"/>
                  <a:pt x="533088" y="246042"/>
                  <a:pt x="486154" y="243655"/>
                </a:cubicBezTo>
                <a:lnTo>
                  <a:pt x="486101" y="243650"/>
                </a:lnTo>
                <a:lnTo>
                  <a:pt x="479738" y="243392"/>
                </a:lnTo>
                <a:lnTo>
                  <a:pt x="479690" y="243392"/>
                </a:lnTo>
                <a:cubicBezTo>
                  <a:pt x="440350" y="242217"/>
                  <a:pt x="409663" y="241603"/>
                  <a:pt x="385541" y="239759"/>
                </a:cubicBezTo>
                <a:lnTo>
                  <a:pt x="380804" y="239374"/>
                </a:lnTo>
                <a:cubicBezTo>
                  <a:pt x="369191" y="238368"/>
                  <a:pt x="362149" y="234766"/>
                  <a:pt x="354282" y="231310"/>
                </a:cubicBezTo>
                <a:cubicBezTo>
                  <a:pt x="346227" y="227771"/>
                  <a:pt x="337699" y="224635"/>
                  <a:pt x="324278" y="225948"/>
                </a:cubicBezTo>
                <a:cubicBezTo>
                  <a:pt x="315289" y="226211"/>
                  <a:pt x="304660" y="226695"/>
                  <a:pt x="292951" y="227438"/>
                </a:cubicBezTo>
                <a:cubicBezTo>
                  <a:pt x="258507" y="219394"/>
                  <a:pt x="227658" y="209894"/>
                  <a:pt x="200442" y="200858"/>
                </a:cubicBezTo>
                <a:cubicBezTo>
                  <a:pt x="168285" y="190181"/>
                  <a:pt x="141595" y="180317"/>
                  <a:pt x="119633" y="174122"/>
                </a:cubicBezTo>
                <a:cubicBezTo>
                  <a:pt x="96429" y="167575"/>
                  <a:pt x="67474" y="148250"/>
                  <a:pt x="44085" y="123864"/>
                </a:cubicBezTo>
                <a:cubicBezTo>
                  <a:pt x="21485" y="100299"/>
                  <a:pt x="3137" y="71020"/>
                  <a:pt x="823" y="42628"/>
                </a:cubicBezTo>
                <a:lnTo>
                  <a:pt x="651" y="39886"/>
                </a:lnTo>
                <a:cubicBezTo>
                  <a:pt x="0" y="25340"/>
                  <a:pt x="11664" y="16452"/>
                  <a:pt x="26329" y="11148"/>
                </a:cubicBezTo>
                <a:cubicBezTo>
                  <a:pt x="41338" y="5720"/>
                  <a:pt x="61940" y="3016"/>
                  <a:pt x="84399" y="2012"/>
                </a:cubicBezTo>
                <a:close/>
                <a:moveTo>
                  <a:pt x="386874" y="34733"/>
                </a:moveTo>
                <a:cubicBezTo>
                  <a:pt x="392382" y="60551"/>
                  <a:pt x="411087" y="119855"/>
                  <a:pt x="441847" y="150533"/>
                </a:cubicBezTo>
                <a:cubicBezTo>
                  <a:pt x="472607" y="181211"/>
                  <a:pt x="479892" y="225222"/>
                  <a:pt x="479690" y="243392"/>
                </a:cubicBezTo>
                <a:moveTo>
                  <a:pt x="354282" y="231310"/>
                </a:moveTo>
                <a:cubicBezTo>
                  <a:pt x="381165" y="205395"/>
                  <a:pt x="418803" y="128751"/>
                  <a:pt x="354282" y="29491"/>
                </a:cubicBezTo>
                <a:moveTo>
                  <a:pt x="651" y="39886"/>
                </a:moveTo>
                <a:cubicBezTo>
                  <a:pt x="32235" y="53243"/>
                  <a:pt x="100251" y="98791"/>
                  <a:pt x="119633" y="174122"/>
                </a:cubicBezTo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05337" y="1935799"/>
            <a:ext cx="281169" cy="229952"/>
          </a:xfrm>
          <a:custGeom>
            <a:avLst/>
            <a:gdLst/>
            <a:ahLst/>
            <a:cxnLst/>
            <a:rect l="0" t="0" r="0" b="0"/>
            <a:pathLst>
              <a:path w="281169" h="229952">
                <a:moveTo>
                  <a:pt x="64840" y="43807"/>
                </a:moveTo>
                <a:cubicBezTo>
                  <a:pt x="91658" y="0"/>
                  <a:pt x="136888" y="10699"/>
                  <a:pt x="156148" y="21523"/>
                </a:cubicBezTo>
                <a:cubicBezTo>
                  <a:pt x="176850" y="28373"/>
                  <a:pt x="208835" y="37658"/>
                  <a:pt x="238041" y="47448"/>
                </a:cubicBezTo>
                <a:cubicBezTo>
                  <a:pt x="246514" y="50287"/>
                  <a:pt x="254749" y="53170"/>
                  <a:pt x="262408" y="56045"/>
                </a:cubicBezTo>
                <a:cubicBezTo>
                  <a:pt x="281169" y="63092"/>
                  <a:pt x="280935" y="82574"/>
                  <a:pt x="275761" y="99563"/>
                </a:cubicBezTo>
                <a:cubicBezTo>
                  <a:pt x="273417" y="107258"/>
                  <a:pt x="270063" y="114446"/>
                  <a:pt x="266998" y="119733"/>
                </a:cubicBezTo>
                <a:cubicBezTo>
                  <a:pt x="258357" y="133549"/>
                  <a:pt x="238227" y="168736"/>
                  <a:pt x="226879" y="198957"/>
                </a:cubicBezTo>
                <a:cubicBezTo>
                  <a:pt x="215527" y="229178"/>
                  <a:pt x="175497" y="229952"/>
                  <a:pt x="156901" y="226561"/>
                </a:cubicBezTo>
                <a:cubicBezTo>
                  <a:pt x="132708" y="221962"/>
                  <a:pt x="75889" y="211762"/>
                  <a:pt x="42160" y="207715"/>
                </a:cubicBezTo>
                <a:cubicBezTo>
                  <a:pt x="0" y="202658"/>
                  <a:pt x="6483" y="164681"/>
                  <a:pt x="12583" y="134641"/>
                </a:cubicBezTo>
                <a:cubicBezTo>
                  <a:pt x="18680" y="104604"/>
                  <a:pt x="31312" y="98568"/>
                  <a:pt x="64840" y="43807"/>
                </a:cubicBez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05336" y="1935798"/>
            <a:ext cx="281170" cy="229951"/>
          </a:xfrm>
          <a:custGeom>
            <a:avLst/>
            <a:gdLst/>
            <a:ahLst/>
            <a:cxnLst/>
            <a:rect l="0" t="0" r="0" b="0"/>
            <a:pathLst>
              <a:path w="281170" h="229951">
                <a:moveTo>
                  <a:pt x="64840" y="43809"/>
                </a:moveTo>
                <a:cubicBezTo>
                  <a:pt x="91660" y="0"/>
                  <a:pt x="136887" y="10699"/>
                  <a:pt x="156148" y="21525"/>
                </a:cubicBezTo>
                <a:cubicBezTo>
                  <a:pt x="176850" y="28371"/>
                  <a:pt x="208837" y="37658"/>
                  <a:pt x="238044" y="47448"/>
                </a:cubicBezTo>
                <a:cubicBezTo>
                  <a:pt x="246514" y="50287"/>
                  <a:pt x="254749" y="53169"/>
                  <a:pt x="262409" y="56045"/>
                </a:cubicBezTo>
                <a:cubicBezTo>
                  <a:pt x="281170" y="63091"/>
                  <a:pt x="280935" y="82573"/>
                  <a:pt x="275762" y="99565"/>
                </a:cubicBezTo>
                <a:cubicBezTo>
                  <a:pt x="273419" y="107260"/>
                  <a:pt x="270064" y="114444"/>
                  <a:pt x="267000" y="119732"/>
                </a:cubicBezTo>
                <a:cubicBezTo>
                  <a:pt x="258356" y="133548"/>
                  <a:pt x="238229" y="168737"/>
                  <a:pt x="226879" y="198958"/>
                </a:cubicBezTo>
                <a:cubicBezTo>
                  <a:pt x="215529" y="229180"/>
                  <a:pt x="175498" y="229951"/>
                  <a:pt x="156901" y="226559"/>
                </a:cubicBezTo>
                <a:cubicBezTo>
                  <a:pt x="132708" y="221964"/>
                  <a:pt x="75891" y="211761"/>
                  <a:pt x="42161" y="207715"/>
                </a:cubicBezTo>
                <a:cubicBezTo>
                  <a:pt x="0" y="202657"/>
                  <a:pt x="6486" y="164682"/>
                  <a:pt x="12583" y="134642"/>
                </a:cubicBezTo>
                <a:cubicBezTo>
                  <a:pt x="18681" y="104603"/>
                  <a:pt x="31314" y="98570"/>
                  <a:pt x="64840" y="43809"/>
                </a:cubicBezTo>
                <a:close/>
                <a:moveTo>
                  <a:pt x="156148" y="21525"/>
                </a:moveTo>
                <a:cubicBezTo>
                  <a:pt x="155330" y="23700"/>
                  <a:pt x="159069" y="35204"/>
                  <a:pt x="180559" y="63811"/>
                </a:cubicBezTo>
                <a:cubicBezTo>
                  <a:pt x="202049" y="92417"/>
                  <a:pt x="220394" y="165829"/>
                  <a:pt x="226879" y="198958"/>
                </a:cubicBezTo>
                <a:moveTo>
                  <a:pt x="238044" y="47448"/>
                </a:moveTo>
                <a:cubicBezTo>
                  <a:pt x="244571" y="70251"/>
                  <a:pt x="261253" y="112598"/>
                  <a:pt x="275762" y="99565"/>
                </a:cubicBezTo>
                <a:moveTo>
                  <a:pt x="39746" y="144843"/>
                </a:moveTo>
                <a:cubicBezTo>
                  <a:pt x="42413" y="155969"/>
                  <a:pt x="51629" y="176083"/>
                  <a:pt x="67159" y="167541"/>
                </a:cubicBezTo>
                <a:cubicBezTo>
                  <a:pt x="82689" y="158998"/>
                  <a:pt x="61455" y="137162"/>
                  <a:pt x="48897" y="127311"/>
                </a:cubicBezTo>
                <a:cubicBezTo>
                  <a:pt x="44584" y="125125"/>
                  <a:pt x="36716" y="125570"/>
                  <a:pt x="39746" y="144843"/>
                </a:cubicBezTo>
                <a:close/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22874" y="1843448"/>
            <a:ext cx="153063" cy="107890"/>
          </a:xfrm>
          <a:custGeom>
            <a:avLst/>
            <a:gdLst/>
            <a:ahLst/>
            <a:cxnLst/>
            <a:rect l="0" t="0" r="0" b="0"/>
            <a:pathLst>
              <a:path w="153063" h="107890">
                <a:moveTo>
                  <a:pt x="72889" y="6108"/>
                </a:moveTo>
                <a:cubicBezTo>
                  <a:pt x="55070" y="6897"/>
                  <a:pt x="18950" y="11315"/>
                  <a:pt x="17009" y="22675"/>
                </a:cubicBezTo>
                <a:cubicBezTo>
                  <a:pt x="14577" y="36877"/>
                  <a:pt x="0" y="72382"/>
                  <a:pt x="17009" y="81853"/>
                </a:cubicBezTo>
                <a:cubicBezTo>
                  <a:pt x="34014" y="91320"/>
                  <a:pt x="43731" y="107890"/>
                  <a:pt x="80178" y="105523"/>
                </a:cubicBezTo>
                <a:cubicBezTo>
                  <a:pt x="116621" y="103155"/>
                  <a:pt x="153063" y="93688"/>
                  <a:pt x="153063" y="67650"/>
                </a:cubicBezTo>
                <a:cubicBezTo>
                  <a:pt x="153063" y="58413"/>
                  <a:pt x="152757" y="46787"/>
                  <a:pt x="148892" y="36060"/>
                </a:cubicBezTo>
                <a:cubicBezTo>
                  <a:pt x="141857" y="16550"/>
                  <a:pt x="123051" y="0"/>
                  <a:pt x="72889" y="6108"/>
                </a:cubicBez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22874" y="1843447"/>
            <a:ext cx="153065" cy="107889"/>
          </a:xfrm>
          <a:custGeom>
            <a:avLst/>
            <a:gdLst/>
            <a:ahLst/>
            <a:cxnLst/>
            <a:rect l="0" t="0" r="0" b="0"/>
            <a:pathLst>
              <a:path w="153065" h="107889">
                <a:moveTo>
                  <a:pt x="72888" y="6108"/>
                </a:moveTo>
                <a:cubicBezTo>
                  <a:pt x="55071" y="6897"/>
                  <a:pt x="18951" y="11315"/>
                  <a:pt x="17007" y="22677"/>
                </a:cubicBezTo>
                <a:moveTo>
                  <a:pt x="72888" y="6108"/>
                </a:moveTo>
                <a:cubicBezTo>
                  <a:pt x="71884" y="18495"/>
                  <a:pt x="60557" y="47128"/>
                  <a:pt x="23282" y="62561"/>
                </a:cubicBezTo>
                <a:moveTo>
                  <a:pt x="72888" y="6108"/>
                </a:moveTo>
                <a:cubicBezTo>
                  <a:pt x="123049" y="0"/>
                  <a:pt x="141859" y="16552"/>
                  <a:pt x="148892" y="36061"/>
                </a:cubicBezTo>
                <a:moveTo>
                  <a:pt x="17007" y="22677"/>
                </a:moveTo>
                <a:cubicBezTo>
                  <a:pt x="14577" y="36879"/>
                  <a:pt x="0" y="72384"/>
                  <a:pt x="17007" y="81852"/>
                </a:cubicBezTo>
                <a:moveTo>
                  <a:pt x="17007" y="22677"/>
                </a:moveTo>
                <a:cubicBezTo>
                  <a:pt x="17007" y="22677"/>
                  <a:pt x="28835" y="33880"/>
                  <a:pt x="29557" y="43270"/>
                </a:cubicBezTo>
                <a:cubicBezTo>
                  <a:pt x="30165" y="51168"/>
                  <a:pt x="23282" y="62561"/>
                  <a:pt x="23282" y="62561"/>
                </a:cubicBezTo>
                <a:moveTo>
                  <a:pt x="17007" y="81852"/>
                </a:moveTo>
                <a:cubicBezTo>
                  <a:pt x="34014" y="91320"/>
                  <a:pt x="43732" y="107889"/>
                  <a:pt x="80177" y="105522"/>
                </a:cubicBezTo>
                <a:moveTo>
                  <a:pt x="17007" y="81852"/>
                </a:moveTo>
                <a:lnTo>
                  <a:pt x="23282" y="62561"/>
                </a:lnTo>
                <a:moveTo>
                  <a:pt x="80177" y="105522"/>
                </a:moveTo>
                <a:cubicBezTo>
                  <a:pt x="116621" y="103155"/>
                  <a:pt x="153065" y="93687"/>
                  <a:pt x="153065" y="67650"/>
                </a:cubicBezTo>
                <a:cubicBezTo>
                  <a:pt x="153065" y="58411"/>
                  <a:pt x="152759" y="46789"/>
                  <a:pt x="148892" y="36061"/>
                </a:cubicBezTo>
                <a:moveTo>
                  <a:pt x="148892" y="36061"/>
                </a:moveTo>
                <a:cubicBezTo>
                  <a:pt x="146762" y="44894"/>
                  <a:pt x="138659" y="62561"/>
                  <a:pt x="123278" y="62561"/>
                </a:cubicBezTo>
                <a:cubicBezTo>
                  <a:pt x="107899" y="62561"/>
                  <a:pt x="88136" y="91202"/>
                  <a:pt x="80177" y="105522"/>
                </a:cubicBezTo>
              </a:path>
            </a:pathLst>
          </a:custGeom>
          <a:noFill/>
          <a:ln w="60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6935" y="2458735"/>
            <a:ext cx="966942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Untrusted data leads to
code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6935" y="2313769"/>
            <a:ext cx="747331" cy="11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EABDA"/>
                </a:solidFill>
                <a:latin typeface="Shantell Sans"/>
              </a:rPr>
              <a:t>Integrity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6935" y="2748667"/>
            <a:ext cx="662163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CC583"/>
                </a:solidFill>
                <a:latin typeface="Shantell Sans"/>
              </a:rPr>
              <a:t>Authentication
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6935" y="2023838"/>
            <a:ext cx="836875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Lack of visibility into
attacks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6935" y="2990277"/>
            <a:ext cx="814929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Bypassing login and
session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6935" y="3280208"/>
            <a:ext cx="939056" cy="11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3CC583"/>
                </a:solidFill>
                <a:latin typeface="Shantell Sans"/>
              </a:rPr>
              <a:t>Outdated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6935" y="1782228"/>
            <a:ext cx="868788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EABDA"/>
                </a:solidFill>
                <a:latin typeface="Shantell Sans"/>
              </a:rPr>
              <a:t>Logging/Monitoring
Failures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6935" y="3425174"/>
            <a:ext cx="821122" cy="355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Exploitable
vulnerabilities in old
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6935" y="1395652"/>
            <a:ext cx="808285" cy="355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Attacker makes
requests on server's
behalf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6935" y="3811750"/>
            <a:ext cx="719393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E0CB15"/>
                </a:solidFill>
                <a:latin typeface="Shantell Sans"/>
              </a:rPr>
              <a:t>Security
Misconfiguration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6935" y="1154042"/>
            <a:ext cx="870954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4E88E7"/>
                </a:solidFill>
                <a:latin typeface="Shantell Sans"/>
              </a:rPr>
              <a:t>Server-Side Request
Forgery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6935" y="4053360"/>
            <a:ext cx="901506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Improperly configured
security 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6935" y="4343291"/>
            <a:ext cx="673237" cy="11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E0CB15"/>
                </a:solidFill>
                <a:latin typeface="Shantell Sans"/>
              </a:rPr>
              <a:t>Insecure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8606" y="731628"/>
            <a:ext cx="2384035" cy="1409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484848"/>
                </a:solidFill>
                <a:latin typeface="Shantell Sans"/>
              </a:rPr>
              <a:t>OWASP Top 10 Web Application Security Risks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6935" y="4488257"/>
            <a:ext cx="804761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Flaws in application
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6935" y="4778189"/>
            <a:ext cx="650687" cy="11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DE8431"/>
                </a:solidFill>
                <a:latin typeface="Shantell Sans"/>
              </a:rPr>
              <a:t>Injection Flaws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6935" y="4923155"/>
            <a:ext cx="847498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Malicious code
execution by attacker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6935" y="5213086"/>
            <a:ext cx="621440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DE8431"/>
                </a:solidFill>
                <a:latin typeface="Shantell Sans"/>
              </a:rPr>
              <a:t>Cryptographic
Failures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6935" y="5889594"/>
            <a:ext cx="939761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Unauthorized data
access and modification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6935" y="5744628"/>
            <a:ext cx="944746" cy="11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E55753"/>
                </a:solidFill>
                <a:latin typeface="Shantell Sans"/>
              </a:rPr>
              <a:t>Broken Access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6935" y="5454696"/>
            <a:ext cx="951491" cy="2367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Shantell Sans"/>
              </a:rPr>
              <a:t>Sensitive data exposure
in transit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