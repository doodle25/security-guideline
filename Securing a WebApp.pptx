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7" r:id="rId4"/>
    <p:sldId id="271" r:id="rId5"/>
    <p:sldId id="270" r:id="rId6"/>
    <p:sldId id="272" r:id="rId7"/>
    <p:sldId id="273" r:id="rId8"/>
    <p:sldId id="268" r:id="rId9"/>
    <p:sldId id="269" r:id="rId10"/>
    <p:sldId id="258" r:id="rId11"/>
    <p:sldId id="260" r:id="rId12"/>
    <p:sldId id="261" r:id="rId13"/>
    <p:sldId id="262" r:id="rId14"/>
    <p:sldId id="263" r:id="rId15"/>
    <p:sldId id="266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99" autoAdjust="0"/>
  </p:normalViewPr>
  <p:slideViewPr>
    <p:cSldViewPr>
      <p:cViewPr>
        <p:scale>
          <a:sx n="75" d="100"/>
          <a:sy n="75" d="100"/>
        </p:scale>
        <p:origin x="931" y="31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77D14C5-CED9-4CFC-B338-DFB0C8090B9F}">
      <dgm:prSet phldrT="[Text]"/>
      <dgm:spPr/>
      <dgm:t>
        <a:bodyPr/>
        <a:lstStyle/>
        <a:p>
          <a:r>
            <a:rPr lang="en-US"/>
            <a:t>Group A</a:t>
          </a:r>
          <a:endParaRPr lang="en-US" dirty="0"/>
        </a:p>
      </dgm: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C111C18A-FD96-4E63-821A-54D70D8DC65F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83BE74EF-FAB4-45A2-BBED-7CD5259AB210}" type="parTrans" cxnId="{FFD8B471-C98F-4DB5-8DE3-2AB7E896ADD5}">
      <dgm:prSet/>
      <dgm:spPr/>
      <dgm:t>
        <a:bodyPr/>
        <a:lstStyle/>
        <a:p>
          <a:endParaRPr lang="en-US"/>
        </a:p>
      </dgm:t>
    </dgm:pt>
    <dgm:pt modelId="{B4F34DE2-2DAE-4F88-8C78-BD8892EBF4FF}" type="sibTrans" cxnId="{FFD8B471-C98F-4DB5-8DE3-2AB7E896ADD5}">
      <dgm:prSet/>
      <dgm:spPr/>
      <dgm:t>
        <a:bodyPr/>
        <a:lstStyle/>
        <a:p>
          <a:endParaRPr lang="en-US"/>
        </a:p>
      </dgm:t>
    </dgm:pt>
    <dgm:pt modelId="{33EAD35F-38F2-4CB7-9A6D-B04FFD8A51FD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81FE7DB1-4BFC-4407-80A9-E5514E94C61D}" type="parTrans" cxnId="{FAC3D40F-8E66-452D-9CA4-C2871F2D10EF}">
      <dgm:prSet/>
      <dgm:spPr/>
      <dgm:t>
        <a:bodyPr/>
        <a:lstStyle/>
        <a:p>
          <a:endParaRPr lang="en-US"/>
        </a:p>
      </dgm:t>
    </dgm:pt>
    <dgm:pt modelId="{4B66B839-1910-459B-92B2-14846EBA7A70}" type="sibTrans" cxnId="{FAC3D40F-8E66-452D-9CA4-C2871F2D10EF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/>
      <dgm:spPr/>
      <dgm:t>
        <a:bodyPr/>
        <a:lstStyle/>
        <a:p>
          <a:r>
            <a:rPr lang="en-US" dirty="0"/>
            <a:t>Group B</a:t>
          </a:r>
        </a:p>
      </dgm: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D6510970-8F9C-4B45-A0F3-6ACB9AA76D40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7A9FC291-2B6A-4475-8B09-917F9F09E3AB}" type="parTrans" cxnId="{C6E7222A-5F84-456A-9806-D51868FAF8A9}">
      <dgm:prSet/>
      <dgm:spPr/>
      <dgm:t>
        <a:bodyPr/>
        <a:lstStyle/>
        <a:p>
          <a:endParaRPr lang="en-US"/>
        </a:p>
      </dgm:t>
    </dgm:pt>
    <dgm:pt modelId="{4B87F32C-3630-48F2-9114-4262C0BEEA9E}" type="sibTrans" cxnId="{C6E7222A-5F84-456A-9806-D51868FAF8A9}">
      <dgm:prSet/>
      <dgm:spPr/>
      <dgm:t>
        <a:bodyPr/>
        <a:lstStyle/>
        <a:p>
          <a:endParaRPr lang="en-US"/>
        </a:p>
      </dgm:t>
    </dgm:pt>
    <dgm:pt modelId="{709ED9DC-E391-4C6C-B788-93F1C2EFB6FD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B5FA6CF0-E0A0-46A0-93C9-B722B31A8A9C}" type="parTrans" cxnId="{78E3C3B3-FD19-41A6-A9CC-BB3375A6FF81}">
      <dgm:prSet/>
      <dgm:spPr/>
      <dgm:t>
        <a:bodyPr/>
        <a:lstStyle/>
        <a:p>
          <a:endParaRPr lang="en-US"/>
        </a:p>
      </dgm:t>
    </dgm:pt>
    <dgm:pt modelId="{F3C03C29-D7FF-4D61-8D75-8B75B2F589EC}" type="sibTrans" cxnId="{78E3C3B3-FD19-41A6-A9CC-BB3375A6FF81}">
      <dgm:prSet/>
      <dgm:spPr/>
      <dgm:t>
        <a:bodyPr/>
        <a:lstStyle/>
        <a:p>
          <a:endParaRPr lang="en-US"/>
        </a:p>
      </dgm:t>
    </dgm:pt>
    <dgm:pt modelId="{CC6B7442-0B72-4EF2-9F13-1325B51AFF9F}">
      <dgm:prSet phldrT="[Text]"/>
      <dgm:spPr/>
      <dgm:t>
        <a:bodyPr/>
        <a:lstStyle/>
        <a:p>
          <a:r>
            <a:rPr lang="en-US" dirty="0"/>
            <a:t>Group C</a:t>
          </a:r>
        </a:p>
      </dgm:t>
    </dgm:pt>
    <dgm:pt modelId="{E3D139E0-5DC2-4F8E-9F8F-B3F0EBCD4689}" type="parTrans" cxnId="{102D6D4D-90C9-40F4-A001-35DCC329B127}">
      <dgm:prSet/>
      <dgm:spPr/>
      <dgm:t>
        <a:bodyPr/>
        <a:lstStyle/>
        <a:p>
          <a:endParaRPr lang="en-US"/>
        </a:p>
      </dgm:t>
    </dgm:pt>
    <dgm:pt modelId="{FF80E1BA-0D6F-4EE8-9640-892A5897DBCD}" type="sibTrans" cxnId="{102D6D4D-90C9-40F4-A001-35DCC329B127}">
      <dgm:prSet/>
      <dgm:spPr/>
      <dgm:t>
        <a:bodyPr/>
        <a:lstStyle/>
        <a:p>
          <a:endParaRPr lang="en-US"/>
        </a:p>
      </dgm:t>
    </dgm:pt>
    <dgm:pt modelId="{FE0A3CAE-D039-42F2-AF12-1E6F6793A633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7E2ED2D1-AFF4-4DED-BB53-30A310825CE2}" type="parTrans" cxnId="{A6FB3C49-AB75-4315-BB6B-886AA454F16F}">
      <dgm:prSet/>
      <dgm:spPr/>
      <dgm:t>
        <a:bodyPr/>
        <a:lstStyle/>
        <a:p>
          <a:endParaRPr lang="en-US"/>
        </a:p>
      </dgm:t>
    </dgm:pt>
    <dgm:pt modelId="{417BDEF2-191B-4000-BDE8-D3D22A51FCF3}" type="sibTrans" cxnId="{A6FB3C49-AB75-4315-BB6B-886AA454F16F}">
      <dgm:prSet/>
      <dgm:spPr/>
      <dgm:t>
        <a:bodyPr/>
        <a:lstStyle/>
        <a:p>
          <a:endParaRPr lang="en-US"/>
        </a:p>
      </dgm:t>
    </dgm:pt>
    <dgm:pt modelId="{ED5DCCC5-BCA8-4491-AA37-BAF153ECA184}" type="pres">
      <dgm:prSet presAssocID="{90119837-5B71-4D44-BB01-DB0B084933C8}" presName="linear" presStyleCnt="0">
        <dgm:presLayoutVars>
          <dgm:animLvl val="lvl"/>
          <dgm:resizeHandles val="exact"/>
        </dgm:presLayoutVars>
      </dgm:prSet>
      <dgm:spPr/>
    </dgm:pt>
    <dgm:pt modelId="{A9DD881E-A532-414B-870C-8ADE2076F78C}" type="pres">
      <dgm:prSet presAssocID="{477D14C5-CED9-4CFC-B338-DFB0C8090B9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5F6E02-AD43-4E7A-935B-DDF5D6C74800}" type="pres">
      <dgm:prSet presAssocID="{477D14C5-CED9-4CFC-B338-DFB0C8090B9F}" presName="childText" presStyleLbl="revTx" presStyleIdx="0" presStyleCnt="3">
        <dgm:presLayoutVars>
          <dgm:bulletEnabled val="1"/>
        </dgm:presLayoutVars>
      </dgm:prSet>
      <dgm:spPr/>
    </dgm:pt>
    <dgm:pt modelId="{81203336-F3DE-4B3A-BCF4-0F68C23AC2BB}" type="pres">
      <dgm:prSet presAssocID="{3C67E77D-62FA-499D-B5E6-E79A091C526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2956A5-ADC8-4959-B856-589B9D9B9635}" type="pres">
      <dgm:prSet presAssocID="{3C67E77D-62FA-499D-B5E6-E79A091C5267}" presName="childText" presStyleLbl="revTx" presStyleIdx="1" presStyleCnt="3">
        <dgm:presLayoutVars>
          <dgm:bulletEnabled val="1"/>
        </dgm:presLayoutVars>
      </dgm:prSet>
      <dgm:spPr/>
    </dgm:pt>
    <dgm:pt modelId="{D64CB5D5-837D-47FC-9E42-A26D800BC695}" type="pres">
      <dgm:prSet presAssocID="{CC6B7442-0B72-4EF2-9F13-1325B51AFF9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8B7B17B-8600-44B0-B235-389E5D71D804}" type="pres">
      <dgm:prSet presAssocID="{CC6B7442-0B72-4EF2-9F13-1325B51AFF9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FAC3D40F-8E66-452D-9CA4-C2871F2D10EF}" srcId="{477D14C5-CED9-4CFC-B338-DFB0C8090B9F}" destId="{33EAD35F-38F2-4CB7-9A6D-B04FFD8A51FD}" srcOrd="1" destOrd="0" parTransId="{81FE7DB1-4BFC-4407-80A9-E5514E94C61D}" sibTransId="{4B66B839-1910-459B-92B2-14846EBA7A70}"/>
    <dgm:cxn modelId="{C6E7222A-5F84-456A-9806-D51868FAF8A9}" srcId="{3C67E77D-62FA-499D-B5E6-E79A091C5267}" destId="{D6510970-8F9C-4B45-A0F3-6ACB9AA76D40}" srcOrd="0" destOrd="0" parTransId="{7A9FC291-2B6A-4475-8B09-917F9F09E3AB}" sibTransId="{4B87F32C-3630-48F2-9114-4262C0BEEA9E}"/>
    <dgm:cxn modelId="{AB09493F-37CB-481D-BE1C-7A521AC3963B}" type="presOf" srcId="{477D14C5-CED9-4CFC-B338-DFB0C8090B9F}" destId="{A9DD881E-A532-414B-870C-8ADE2076F78C}" srcOrd="0" destOrd="0" presId="urn:microsoft.com/office/officeart/2005/8/layout/vList2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A677E445-9D5B-4C26-A5C5-42BF01249F61}" type="presOf" srcId="{709ED9DC-E391-4C6C-B788-93F1C2EFB6FD}" destId="{782956A5-ADC8-4959-B856-589B9D9B9635}" srcOrd="0" destOrd="1" presId="urn:microsoft.com/office/officeart/2005/8/layout/vList2"/>
    <dgm:cxn modelId="{A6FB3C49-AB75-4315-BB6B-886AA454F16F}" srcId="{CC6B7442-0B72-4EF2-9F13-1325B51AFF9F}" destId="{FE0A3CAE-D039-42F2-AF12-1E6F6793A633}" srcOrd="0" destOrd="0" parTransId="{7E2ED2D1-AFF4-4DED-BB53-30A310825CE2}" sibTransId="{417BDEF2-191B-4000-BDE8-D3D22A51FCF3}"/>
    <dgm:cxn modelId="{102D6D4D-90C9-40F4-A001-35DCC329B127}" srcId="{90119837-5B71-4D44-BB01-DB0B084933C8}" destId="{CC6B7442-0B72-4EF2-9F13-1325B51AFF9F}" srcOrd="2" destOrd="0" parTransId="{E3D139E0-5DC2-4F8E-9F8F-B3F0EBCD4689}" sibTransId="{FF80E1BA-0D6F-4EE8-9640-892A5897DBCD}"/>
    <dgm:cxn modelId="{FFD8B471-C98F-4DB5-8DE3-2AB7E896ADD5}" srcId="{477D14C5-CED9-4CFC-B338-DFB0C8090B9F}" destId="{C111C18A-FD96-4E63-821A-54D70D8DC65F}" srcOrd="0" destOrd="0" parTransId="{83BE74EF-FAB4-45A2-BBED-7CD5259AB210}" sibTransId="{B4F34DE2-2DAE-4F88-8C78-BD8892EBF4FF}"/>
    <dgm:cxn modelId="{F3770B74-60B7-438A-9C14-87FF95D04624}" type="presOf" srcId="{FE0A3CAE-D039-42F2-AF12-1E6F6793A633}" destId="{08B7B17B-8600-44B0-B235-389E5D71D804}" srcOrd="0" destOrd="0" presId="urn:microsoft.com/office/officeart/2005/8/layout/vList2"/>
    <dgm:cxn modelId="{87AD0085-41E8-4E29-BBED-9D1036577237}" type="presOf" srcId="{C111C18A-FD96-4E63-821A-54D70D8DC65F}" destId="{CD5F6E02-AD43-4E7A-935B-DDF5D6C74800}" srcOrd="0" destOrd="0" presId="urn:microsoft.com/office/officeart/2005/8/layout/vList2"/>
    <dgm:cxn modelId="{85B80D8C-EBB2-4A80-BB6C-93E30B69F4BB}" type="presOf" srcId="{33EAD35F-38F2-4CB7-9A6D-B04FFD8A51FD}" destId="{CD5F6E02-AD43-4E7A-935B-DDF5D6C74800}" srcOrd="0" destOrd="1" presId="urn:microsoft.com/office/officeart/2005/8/layout/vList2"/>
    <dgm:cxn modelId="{E2EE33AC-3CDB-41AB-99D0-EE89822B0377}" type="presOf" srcId="{90119837-5B71-4D44-BB01-DB0B084933C8}" destId="{ED5DCCC5-BCA8-4491-AA37-BAF153ECA184}" srcOrd="0" destOrd="0" presId="urn:microsoft.com/office/officeart/2005/8/layout/vList2"/>
    <dgm:cxn modelId="{78E3C3B3-FD19-41A6-A9CC-BB3375A6FF81}" srcId="{3C67E77D-62FA-499D-B5E6-E79A091C5267}" destId="{709ED9DC-E391-4C6C-B788-93F1C2EFB6FD}" srcOrd="1" destOrd="0" parTransId="{B5FA6CF0-E0A0-46A0-93C9-B722B31A8A9C}" sibTransId="{F3C03C29-D7FF-4D61-8D75-8B75B2F589EC}"/>
    <dgm:cxn modelId="{DC6E05B4-83E9-4C3F-9822-9E1D41C41D9E}" type="presOf" srcId="{CC6B7442-0B72-4EF2-9F13-1325B51AFF9F}" destId="{D64CB5D5-837D-47FC-9E42-A26D800BC695}" srcOrd="0" destOrd="0" presId="urn:microsoft.com/office/officeart/2005/8/layout/vList2"/>
    <dgm:cxn modelId="{80D369CF-62F1-4541-AEE2-AB29E5A204FB}" type="presOf" srcId="{3C67E77D-62FA-499D-B5E6-E79A091C5267}" destId="{81203336-F3DE-4B3A-BCF4-0F68C23AC2BB}" srcOrd="0" destOrd="0" presId="urn:microsoft.com/office/officeart/2005/8/layout/vList2"/>
    <dgm:cxn modelId="{44946EF3-425E-42C8-A6FB-ABA83804B586}" type="presOf" srcId="{D6510970-8F9C-4B45-A0F3-6ACB9AA76D40}" destId="{782956A5-ADC8-4959-B856-589B9D9B9635}" srcOrd="0" destOrd="0" presId="urn:microsoft.com/office/officeart/2005/8/layout/vList2"/>
    <dgm:cxn modelId="{8ED8745E-70AE-4940-BBB9-FB6376BDA0D9}" type="presParOf" srcId="{ED5DCCC5-BCA8-4491-AA37-BAF153ECA184}" destId="{A9DD881E-A532-414B-870C-8ADE2076F78C}" srcOrd="0" destOrd="0" presId="urn:microsoft.com/office/officeart/2005/8/layout/vList2"/>
    <dgm:cxn modelId="{31CF7A1A-6E4D-4D10-861C-4FF0D37EB7F8}" type="presParOf" srcId="{ED5DCCC5-BCA8-4491-AA37-BAF153ECA184}" destId="{CD5F6E02-AD43-4E7A-935B-DDF5D6C74800}" srcOrd="1" destOrd="0" presId="urn:microsoft.com/office/officeart/2005/8/layout/vList2"/>
    <dgm:cxn modelId="{9126909B-F016-45D1-8092-6C3135AB4C8A}" type="presParOf" srcId="{ED5DCCC5-BCA8-4491-AA37-BAF153ECA184}" destId="{81203336-F3DE-4B3A-BCF4-0F68C23AC2BB}" srcOrd="2" destOrd="0" presId="urn:microsoft.com/office/officeart/2005/8/layout/vList2"/>
    <dgm:cxn modelId="{730D2F2D-B4CA-4D4B-834E-CF6050C80AD0}" type="presParOf" srcId="{ED5DCCC5-BCA8-4491-AA37-BAF153ECA184}" destId="{782956A5-ADC8-4959-B856-589B9D9B9635}" srcOrd="3" destOrd="0" presId="urn:microsoft.com/office/officeart/2005/8/layout/vList2"/>
    <dgm:cxn modelId="{4902803D-CBF9-4D0B-9ABD-A3F2B1110870}" type="presParOf" srcId="{ED5DCCC5-BCA8-4491-AA37-BAF153ECA184}" destId="{D64CB5D5-837D-47FC-9E42-A26D800BC695}" srcOrd="4" destOrd="0" presId="urn:microsoft.com/office/officeart/2005/8/layout/vList2"/>
    <dgm:cxn modelId="{23FA2328-0584-487D-931D-ED8370AFC6E0}" type="presParOf" srcId="{ED5DCCC5-BCA8-4491-AA37-BAF153ECA184}" destId="{08B7B17B-8600-44B0-B235-389E5D71D80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D881E-A532-414B-870C-8ADE2076F78C}">
      <dsp:nvSpPr>
        <dsp:cNvPr id="0" name=""/>
        <dsp:cNvSpPr/>
      </dsp:nvSpPr>
      <dsp:spPr>
        <a:xfrm>
          <a:off x="0" y="14100"/>
          <a:ext cx="4419600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Group A</a:t>
          </a:r>
          <a:endParaRPr lang="en-US" sz="3000" kern="1200" dirty="0"/>
        </a:p>
      </dsp:txBody>
      <dsp:txXfrm>
        <a:off x="35125" y="49225"/>
        <a:ext cx="4349350" cy="649299"/>
      </dsp:txXfrm>
    </dsp:sp>
    <dsp:sp modelId="{CD5F6E02-AD43-4E7A-935B-DDF5D6C74800}">
      <dsp:nvSpPr>
        <dsp:cNvPr id="0" name=""/>
        <dsp:cNvSpPr/>
      </dsp:nvSpPr>
      <dsp:spPr>
        <a:xfrm>
          <a:off x="0" y="733650"/>
          <a:ext cx="4419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32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Task 1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Task 2</a:t>
          </a:r>
        </a:p>
      </dsp:txBody>
      <dsp:txXfrm>
        <a:off x="0" y="733650"/>
        <a:ext cx="4419600" cy="791774"/>
      </dsp:txXfrm>
    </dsp:sp>
    <dsp:sp modelId="{81203336-F3DE-4B3A-BCF4-0F68C23AC2BB}">
      <dsp:nvSpPr>
        <dsp:cNvPr id="0" name=""/>
        <dsp:cNvSpPr/>
      </dsp:nvSpPr>
      <dsp:spPr>
        <a:xfrm>
          <a:off x="0" y="1525425"/>
          <a:ext cx="4419600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Group B</a:t>
          </a:r>
        </a:p>
      </dsp:txBody>
      <dsp:txXfrm>
        <a:off x="35125" y="1560550"/>
        <a:ext cx="4349350" cy="649299"/>
      </dsp:txXfrm>
    </dsp:sp>
    <dsp:sp modelId="{782956A5-ADC8-4959-B856-589B9D9B9635}">
      <dsp:nvSpPr>
        <dsp:cNvPr id="0" name=""/>
        <dsp:cNvSpPr/>
      </dsp:nvSpPr>
      <dsp:spPr>
        <a:xfrm>
          <a:off x="0" y="2244975"/>
          <a:ext cx="4419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32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Task 1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Task 2</a:t>
          </a:r>
        </a:p>
      </dsp:txBody>
      <dsp:txXfrm>
        <a:off x="0" y="2244975"/>
        <a:ext cx="4419600" cy="791774"/>
      </dsp:txXfrm>
    </dsp:sp>
    <dsp:sp modelId="{D64CB5D5-837D-47FC-9E42-A26D800BC695}">
      <dsp:nvSpPr>
        <dsp:cNvPr id="0" name=""/>
        <dsp:cNvSpPr/>
      </dsp:nvSpPr>
      <dsp:spPr>
        <a:xfrm>
          <a:off x="0" y="3036749"/>
          <a:ext cx="4419600" cy="719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Group C</a:t>
          </a:r>
        </a:p>
      </dsp:txBody>
      <dsp:txXfrm>
        <a:off x="35125" y="3071874"/>
        <a:ext cx="4349350" cy="649299"/>
      </dsp:txXfrm>
    </dsp:sp>
    <dsp:sp modelId="{08B7B17B-8600-44B0-B235-389E5D71D804}">
      <dsp:nvSpPr>
        <dsp:cNvPr id="0" name=""/>
        <dsp:cNvSpPr/>
      </dsp:nvSpPr>
      <dsp:spPr>
        <a:xfrm>
          <a:off x="0" y="3756300"/>
          <a:ext cx="44196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32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Task 1</a:t>
          </a:r>
        </a:p>
      </dsp:txBody>
      <dsp:txXfrm>
        <a:off x="0" y="3756300"/>
        <a:ext cx="4419600" cy="496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Securing a WebApp: Defending OWASP Top10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 Dipen Patel                     2025ICS-008</a:t>
            </a:r>
          </a:p>
          <a:p>
            <a:r>
              <a:rPr lang="en-IN" dirty="0"/>
              <a:t>For subject CLIC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MERN Security Landscape and OWASP top 10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OWASP Top 10 (2021): </a:t>
            </a:r>
            <a:r>
              <a:rPr lang="en-US" dirty="0"/>
              <a:t>List of critical web security risks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WebApp</a:t>
            </a:r>
            <a:r>
              <a:rPr lang="en-US" dirty="0"/>
              <a:t>: Frontend (React), Backend (Node/Express), Database (MongoDB)</a:t>
            </a:r>
          </a:p>
          <a:p>
            <a:r>
              <a:rPr lang="en-US" b="1" dirty="0"/>
              <a:t>Approach:</a:t>
            </a:r>
            <a:r>
              <a:rPr lang="en-US" dirty="0"/>
              <a:t> Address each OWASP risk with MERN-specific defenses guided by Security Guideline.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01A3F-9E9A-4B1A-5207-243A45EE8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2348880"/>
            <a:ext cx="820217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Broken Access Control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F3D97-6FCE-5F72-4648-9611F580503F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Users bypass permissions or access others’ data using their credentials or open endpoints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Role-Based Access Control (RBAC)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69D5A-0D55-5E13-3C9B-76C4E9E73E02}"/>
              </a:ext>
            </a:extLst>
          </p:cNvPr>
          <p:cNvSpPr txBox="1"/>
          <p:nvPr/>
        </p:nvSpPr>
        <p:spPr>
          <a:xfrm>
            <a:off x="1522413" y="1125542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Preventing Unauthorized Access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A4177C-C20D-825F-4D30-4B5732A0F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2436333"/>
            <a:ext cx="1821980" cy="42864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5BC4FD-0F4B-D676-001A-0365AB2D6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844" y="1828501"/>
            <a:ext cx="2039436" cy="48980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1413157-9104-A903-5402-66B72D388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68" y="3190623"/>
            <a:ext cx="6814492" cy="346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80EF-6440-1BA2-64F6-21028600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D366-B83B-D590-D4D8-CE7260FE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AE797-4900-10F2-050E-D1B0BF2A6519}"/>
              </a:ext>
            </a:extLst>
          </p:cNvPr>
          <p:cNvSpPr txBox="1"/>
          <p:nvPr/>
        </p:nvSpPr>
        <p:spPr>
          <a:xfrm>
            <a:off x="1522414" y="1628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 algn="l" rtl="0" eaLnBrk="1" latinLnBrk="0" hangingPunct="1"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Middleware role checks </a:t>
            </a:r>
            <a:endParaRPr lang="en-IN" dirty="0"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0FF56A-59AC-98C7-C986-B973BD88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9" y="2478873"/>
            <a:ext cx="5624502" cy="33123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24FC4F-30F7-D568-C906-4EB7FC9A4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452" y="2341091"/>
            <a:ext cx="5400649" cy="22417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6CB5C8-59B9-4A07-9694-94658B1A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413" y="4869160"/>
            <a:ext cx="5624503" cy="89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0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2DA6-AC00-831D-21CB-34EB7D55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08F42-6B6D-354B-DC71-54C510ECF141}"/>
              </a:ext>
            </a:extLst>
          </p:cNvPr>
          <p:cNvSpPr txBox="1"/>
          <p:nvPr/>
        </p:nvSpPr>
        <p:spPr>
          <a:xfrm>
            <a:off x="1522414" y="1628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 algn="l" rtl="0" eaLnBrk="1" latinLnBrk="0" hangingPunct="1"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Make sure all endpoints are secure</a:t>
            </a:r>
            <a:endParaRPr lang="en-IN" dirty="0">
              <a:effectLst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E038C1-C212-AB14-1CE8-AC964864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91" y="4896449"/>
            <a:ext cx="7189410" cy="1139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F444A-B5E6-E60D-DB5F-20AA5A9D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91" y="2597235"/>
            <a:ext cx="7383107" cy="17299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EE7EF6-2BE9-BD8B-0F2F-DA6465A84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08" y="1652528"/>
            <a:ext cx="2877624" cy="48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F249-84CD-E714-E41E-54D615B3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8544-8438-DD4A-1710-45B1EAF2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028CB-2258-D0E6-ABC8-78AB4EC3EB3C}"/>
              </a:ext>
            </a:extLst>
          </p:cNvPr>
          <p:cNvSpPr txBox="1"/>
          <p:nvPr/>
        </p:nvSpPr>
        <p:spPr>
          <a:xfrm>
            <a:off x="1522414" y="1628800"/>
            <a:ext cx="65209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Integrate </a:t>
            </a:r>
            <a:r>
              <a:rPr lang="en-US" b="1" dirty="0"/>
              <a:t>Multi-Factor Authentication (MFA)</a:t>
            </a:r>
            <a:r>
              <a:rPr lang="en-US" dirty="0"/>
              <a:t> for information verification and </a:t>
            </a:r>
            <a:r>
              <a:rPr lang="en-US" b="1" dirty="0"/>
              <a:t>privilege escalation</a:t>
            </a:r>
            <a:endParaRPr lang="en-IN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230F8-CD69-00DC-0194-7F4EC2B9D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60" y="2708920"/>
            <a:ext cx="7001376" cy="3994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037E2-35C6-DE20-6495-DA792B19E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835" y="1700808"/>
            <a:ext cx="2844825" cy="31285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4DA3CA-5B75-1FDD-D0F3-8ADBE6508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428" y="5013176"/>
            <a:ext cx="3995641" cy="168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E429-0164-09D1-5AA2-6A4C4AB5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CEA1-0182-6868-199E-C87EF41AC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Broken Access Control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9C679-17C6-C922-D887-4216FCB13BC6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Users bypass permissions or access others’ data using their credentials or open endpoints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Role-Based Access Control (RBAC)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D066DF-DAF8-0DBE-F015-E89184CDB162}"/>
              </a:ext>
            </a:extLst>
          </p:cNvPr>
          <p:cNvSpPr txBox="1"/>
          <p:nvPr/>
        </p:nvSpPr>
        <p:spPr>
          <a:xfrm>
            <a:off x="1522413" y="1125542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Preventing Unauthorized Access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630797-800A-B973-04D1-AAA207F3C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2436333"/>
            <a:ext cx="1821980" cy="42864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689149-E74B-C4B0-3633-58C750C78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844" y="1828501"/>
            <a:ext cx="2039436" cy="48980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71A8054-5508-97FE-635E-32CD6527C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68" y="3190623"/>
            <a:ext cx="6814492" cy="346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0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Table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6981132"/>
              </p:ext>
            </p:extLst>
          </p:nvPr>
        </p:nvGraphicFramePr>
        <p:xfrm>
          <a:off x="6246813" y="1905000"/>
          <a:ext cx="4419600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</a:t>
                      </a:r>
                      <a:r>
                        <a:rPr lang="en-US" baseline="0" dirty="0"/>
                        <a:t> B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SmartArt</a:t>
            </a:r>
          </a:p>
        </p:txBody>
      </p:sp>
      <p:graphicFrame>
        <p:nvGraphicFramePr>
          <p:cNvPr id="4" name="Content Placeholder 3" descr="Vertical bullet list showing 3 groups arranged one below the other and bullet points are present under each group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6620342"/>
              </p:ext>
            </p:extLst>
          </p:nvPr>
        </p:nvGraphicFramePr>
        <p:xfrm>
          <a:off x="1522413" y="1905000"/>
          <a:ext cx="44196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19895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5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5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22158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02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0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6" name="Picture Placeholder 5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5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61</TotalTime>
  <Words>259</Words>
  <Application>Microsoft Office PowerPoint</Application>
  <PresentationFormat>Custom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Corbel</vt:lpstr>
      <vt:lpstr>Wingdings</vt:lpstr>
      <vt:lpstr>Chalkboard 16x9</vt:lpstr>
      <vt:lpstr>Securing a WebApp: Defending OWASP Top10</vt:lpstr>
      <vt:lpstr>Understanding the MERN Security Landscape and OWASP top 10</vt:lpstr>
      <vt:lpstr>Broken Access Control</vt:lpstr>
      <vt:lpstr>Broken Access Control</vt:lpstr>
      <vt:lpstr>Broken Access Control</vt:lpstr>
      <vt:lpstr>Broken Access Control</vt:lpstr>
      <vt:lpstr>Broken Access Control</vt:lpstr>
      <vt:lpstr>Two Content Layout with Table</vt:lpstr>
      <vt:lpstr>Two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DOodle 2523</dc:creator>
  <cp:lastModifiedBy>DOodle 2523</cp:lastModifiedBy>
  <cp:revision>1</cp:revision>
  <dcterms:created xsi:type="dcterms:W3CDTF">2025-10-19T06:01:14Z</dcterms:created>
  <dcterms:modified xsi:type="dcterms:W3CDTF">2025-10-19T07:03:13Z</dcterms:modified>
</cp:coreProperties>
</file>